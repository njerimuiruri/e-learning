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media/image38.jpg" ContentType="image/jpeg"/>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56.jpg" ContentType="image/jpeg"/>
  <Override PartName="/ppt/media/image57.jpg" ContentType="image/jpeg"/>
  <Override PartName="/ppt/media/image58.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56" r:id="rId5"/>
    <p:sldId id="2147469422" r:id="rId6"/>
    <p:sldId id="391" r:id="rId7"/>
    <p:sldId id="257" r:id="rId8"/>
    <p:sldId id="2147469493" r:id="rId9"/>
    <p:sldId id="273" r:id="rId10"/>
    <p:sldId id="1724" r:id="rId11"/>
    <p:sldId id="2147469426" r:id="rId12"/>
    <p:sldId id="386" r:id="rId13"/>
    <p:sldId id="367" r:id="rId14"/>
    <p:sldId id="2147469428" r:id="rId15"/>
    <p:sldId id="387" r:id="rId16"/>
    <p:sldId id="388" r:id="rId17"/>
    <p:sldId id="394" r:id="rId18"/>
    <p:sldId id="390" r:id="rId19"/>
    <p:sldId id="400" r:id="rId20"/>
    <p:sldId id="338" r:id="rId21"/>
    <p:sldId id="385" r:id="rId22"/>
    <p:sldId id="2147469421" r:id="rId23"/>
    <p:sldId id="2147469417" r:id="rId24"/>
    <p:sldId id="537" r:id="rId25"/>
    <p:sldId id="544" r:id="rId26"/>
    <p:sldId id="557" r:id="rId27"/>
    <p:sldId id="2147469425" r:id="rId28"/>
    <p:sldId id="298" r:id="rId29"/>
    <p:sldId id="558" r:id="rId30"/>
    <p:sldId id="297" r:id="rId31"/>
    <p:sldId id="561" r:id="rId32"/>
    <p:sldId id="551" r:id="rId33"/>
    <p:sldId id="555" r:id="rId34"/>
    <p:sldId id="214746941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6C4058-981B-459B-B22B-CAD9E35E3829}" v="12" dt="2026-07-14T07:24:09.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n, Gauravjeet Singh" userId="0768f19e-6341-4fc4-8573-50f25105ab76" providerId="ADAL" clId="{DA51B5F9-CA02-4DC8-BADF-B80B03FDF1EC}"/>
    <pc:docChg chg="undo custSel addSld delSld modSld">
      <pc:chgData name="Reen, Gauravjeet Singh" userId="0768f19e-6341-4fc4-8573-50f25105ab76" providerId="ADAL" clId="{DA51B5F9-CA02-4DC8-BADF-B80B03FDF1EC}" dt="2026-07-14T11:56:01.344" v="378" actId="20577"/>
      <pc:docMkLst>
        <pc:docMk/>
      </pc:docMkLst>
      <pc:sldChg chg="modSp mod">
        <pc:chgData name="Reen, Gauravjeet Singh" userId="0768f19e-6341-4fc4-8573-50f25105ab76" providerId="ADAL" clId="{DA51B5F9-CA02-4DC8-BADF-B80B03FDF1EC}" dt="2026-07-14T11:56:01.344" v="378" actId="20577"/>
        <pc:sldMkLst>
          <pc:docMk/>
          <pc:sldMk cId="2450635821" sldId="256"/>
        </pc:sldMkLst>
        <pc:spChg chg="mod">
          <ac:chgData name="Reen, Gauravjeet Singh" userId="0768f19e-6341-4fc4-8573-50f25105ab76" providerId="ADAL" clId="{DA51B5F9-CA02-4DC8-BADF-B80B03FDF1EC}" dt="2026-07-14T11:56:01.344" v="378" actId="20577"/>
          <ac:spMkLst>
            <pc:docMk/>
            <pc:sldMk cId="2450635821" sldId="256"/>
            <ac:spMk id="2" creationId="{325815F5-A625-F14E-3DF5-54C93E853237}"/>
          </ac:spMkLst>
        </pc:spChg>
        <pc:spChg chg="mod">
          <ac:chgData name="Reen, Gauravjeet Singh" userId="0768f19e-6341-4fc4-8573-50f25105ab76" providerId="ADAL" clId="{DA51B5F9-CA02-4DC8-BADF-B80B03FDF1EC}" dt="2026-07-13T06:55:27.821" v="253" actId="113"/>
          <ac:spMkLst>
            <pc:docMk/>
            <pc:sldMk cId="2450635821" sldId="256"/>
            <ac:spMk id="4" creationId="{5E02B667-2C13-11F6-7571-3BD83B6CEF13}"/>
          </ac:spMkLst>
        </pc:spChg>
        <pc:picChg chg="mod">
          <ac:chgData name="Reen, Gauravjeet Singh" userId="0768f19e-6341-4fc4-8573-50f25105ab76" providerId="ADAL" clId="{DA51B5F9-CA02-4DC8-BADF-B80B03FDF1EC}" dt="2026-07-13T06:55:03.705" v="247" actId="1076"/>
          <ac:picMkLst>
            <pc:docMk/>
            <pc:sldMk cId="2450635821" sldId="256"/>
            <ac:picMk id="3076" creationId="{B25F6192-0E44-E7B9-C304-C3F5BD71B8F2}"/>
          </ac:picMkLst>
        </pc:picChg>
      </pc:sldChg>
      <pc:sldChg chg="del">
        <pc:chgData name="Reen, Gauravjeet Singh" userId="0768f19e-6341-4fc4-8573-50f25105ab76" providerId="ADAL" clId="{DA51B5F9-CA02-4DC8-BADF-B80B03FDF1EC}" dt="2026-07-13T06:58:46.625" v="290" actId="2696"/>
        <pc:sldMkLst>
          <pc:docMk/>
          <pc:sldMk cId="1673492801" sldId="260"/>
        </pc:sldMkLst>
      </pc:sldChg>
      <pc:sldChg chg="add del modTransition">
        <pc:chgData name="Reen, Gauravjeet Singh" userId="0768f19e-6341-4fc4-8573-50f25105ab76" providerId="ADAL" clId="{DA51B5F9-CA02-4DC8-BADF-B80B03FDF1EC}" dt="2026-07-13T07:04:05.104" v="334" actId="2696"/>
        <pc:sldMkLst>
          <pc:docMk/>
          <pc:sldMk cId="0" sldId="265"/>
        </pc:sldMkLst>
      </pc:sldChg>
      <pc:sldChg chg="add del modTransition">
        <pc:chgData name="Reen, Gauravjeet Singh" userId="0768f19e-6341-4fc4-8573-50f25105ab76" providerId="ADAL" clId="{DA51B5F9-CA02-4DC8-BADF-B80B03FDF1EC}" dt="2026-07-13T07:04:05.104" v="334" actId="2696"/>
        <pc:sldMkLst>
          <pc:docMk/>
          <pc:sldMk cId="0" sldId="270"/>
        </pc:sldMkLst>
      </pc:sldChg>
      <pc:sldChg chg="add">
        <pc:chgData name="Reen, Gauravjeet Singh" userId="0768f19e-6341-4fc4-8573-50f25105ab76" providerId="ADAL" clId="{DA51B5F9-CA02-4DC8-BADF-B80B03FDF1EC}" dt="2026-07-13T07:08:28.520" v="341"/>
        <pc:sldMkLst>
          <pc:docMk/>
          <pc:sldMk cId="2003429719" sldId="273"/>
        </pc:sldMkLst>
      </pc:sldChg>
      <pc:sldChg chg="add del modTransition">
        <pc:chgData name="Reen, Gauravjeet Singh" userId="0768f19e-6341-4fc4-8573-50f25105ab76" providerId="ADAL" clId="{DA51B5F9-CA02-4DC8-BADF-B80B03FDF1EC}" dt="2026-07-13T07:04:05.104" v="334" actId="2696"/>
        <pc:sldMkLst>
          <pc:docMk/>
          <pc:sldMk cId="0" sldId="278"/>
        </pc:sldMkLst>
      </pc:sldChg>
      <pc:sldChg chg="add del modTransition">
        <pc:chgData name="Reen, Gauravjeet Singh" userId="0768f19e-6341-4fc4-8573-50f25105ab76" providerId="ADAL" clId="{DA51B5F9-CA02-4DC8-BADF-B80B03FDF1EC}" dt="2026-07-13T07:04:05.104" v="334" actId="2696"/>
        <pc:sldMkLst>
          <pc:docMk/>
          <pc:sldMk cId="0" sldId="279"/>
        </pc:sldMkLst>
      </pc:sldChg>
      <pc:sldChg chg="add del">
        <pc:chgData name="Reen, Gauravjeet Singh" userId="0768f19e-6341-4fc4-8573-50f25105ab76" providerId="ADAL" clId="{DA51B5F9-CA02-4DC8-BADF-B80B03FDF1EC}" dt="2026-07-13T07:04:05.104" v="334" actId="2696"/>
        <pc:sldMkLst>
          <pc:docMk/>
          <pc:sldMk cId="0" sldId="280"/>
        </pc:sldMkLst>
      </pc:sldChg>
      <pc:sldChg chg="add del modTransition">
        <pc:chgData name="Reen, Gauravjeet Singh" userId="0768f19e-6341-4fc4-8573-50f25105ab76" providerId="ADAL" clId="{DA51B5F9-CA02-4DC8-BADF-B80B03FDF1EC}" dt="2026-07-13T07:04:05.104" v="334" actId="2696"/>
        <pc:sldMkLst>
          <pc:docMk/>
          <pc:sldMk cId="0" sldId="284"/>
        </pc:sldMkLst>
      </pc:sldChg>
      <pc:sldChg chg="add del modTransition">
        <pc:chgData name="Reen, Gauravjeet Singh" userId="0768f19e-6341-4fc4-8573-50f25105ab76" providerId="ADAL" clId="{DA51B5F9-CA02-4DC8-BADF-B80B03FDF1EC}" dt="2026-07-13T07:04:05.104" v="334" actId="2696"/>
        <pc:sldMkLst>
          <pc:docMk/>
          <pc:sldMk cId="0" sldId="287"/>
        </pc:sldMkLst>
      </pc:sldChg>
      <pc:sldChg chg="add del modTransition">
        <pc:chgData name="Reen, Gauravjeet Singh" userId="0768f19e-6341-4fc4-8573-50f25105ab76" providerId="ADAL" clId="{DA51B5F9-CA02-4DC8-BADF-B80B03FDF1EC}" dt="2026-07-13T07:04:05.104" v="334" actId="2696"/>
        <pc:sldMkLst>
          <pc:docMk/>
          <pc:sldMk cId="0" sldId="288"/>
        </pc:sldMkLst>
      </pc:sldChg>
      <pc:sldChg chg="add del modTransition">
        <pc:chgData name="Reen, Gauravjeet Singh" userId="0768f19e-6341-4fc4-8573-50f25105ab76" providerId="ADAL" clId="{DA51B5F9-CA02-4DC8-BADF-B80B03FDF1EC}" dt="2026-07-13T07:04:05.104" v="334" actId="2696"/>
        <pc:sldMkLst>
          <pc:docMk/>
          <pc:sldMk cId="0" sldId="289"/>
        </pc:sldMkLst>
      </pc:sldChg>
      <pc:sldChg chg="add del">
        <pc:chgData name="Reen, Gauravjeet Singh" userId="0768f19e-6341-4fc4-8573-50f25105ab76" providerId="ADAL" clId="{DA51B5F9-CA02-4DC8-BADF-B80B03FDF1EC}" dt="2026-07-13T07:06:04.101" v="335"/>
        <pc:sldMkLst>
          <pc:docMk/>
          <pc:sldMk cId="1464957892" sldId="297"/>
        </pc:sldMkLst>
      </pc:sldChg>
      <pc:sldChg chg="add">
        <pc:chgData name="Reen, Gauravjeet Singh" userId="0768f19e-6341-4fc4-8573-50f25105ab76" providerId="ADAL" clId="{DA51B5F9-CA02-4DC8-BADF-B80B03FDF1EC}" dt="2026-07-13T07:06:04.101" v="335"/>
        <pc:sldMkLst>
          <pc:docMk/>
          <pc:sldMk cId="3387201758" sldId="298"/>
        </pc:sldMkLst>
      </pc:sldChg>
      <pc:sldChg chg="add modTransition">
        <pc:chgData name="Reen, Gauravjeet Singh" userId="0768f19e-6341-4fc4-8573-50f25105ab76" providerId="ADAL" clId="{DA51B5F9-CA02-4DC8-BADF-B80B03FDF1EC}" dt="2026-07-14T07:24:09.054" v="350"/>
        <pc:sldMkLst>
          <pc:docMk/>
          <pc:sldMk cId="4167230485" sldId="338"/>
        </pc:sldMkLst>
      </pc:sldChg>
      <pc:sldChg chg="add del modTransition">
        <pc:chgData name="Reen, Gauravjeet Singh" userId="0768f19e-6341-4fc4-8573-50f25105ab76" providerId="ADAL" clId="{DA51B5F9-CA02-4DC8-BADF-B80B03FDF1EC}" dt="2026-07-13T07:04:05.104" v="334" actId="2696"/>
        <pc:sldMkLst>
          <pc:docMk/>
          <pc:sldMk cId="3359524510" sldId="349"/>
        </pc:sldMkLst>
      </pc:sldChg>
      <pc:sldChg chg="add del modTransition">
        <pc:chgData name="Reen, Gauravjeet Singh" userId="0768f19e-6341-4fc4-8573-50f25105ab76" providerId="ADAL" clId="{DA51B5F9-CA02-4DC8-BADF-B80B03FDF1EC}" dt="2026-07-13T07:04:05.104" v="334" actId="2696"/>
        <pc:sldMkLst>
          <pc:docMk/>
          <pc:sldMk cId="294202346" sldId="351"/>
        </pc:sldMkLst>
      </pc:sldChg>
      <pc:sldChg chg="add del modTransition">
        <pc:chgData name="Reen, Gauravjeet Singh" userId="0768f19e-6341-4fc4-8573-50f25105ab76" providerId="ADAL" clId="{DA51B5F9-CA02-4DC8-BADF-B80B03FDF1EC}" dt="2026-07-13T07:04:05.104" v="334" actId="2696"/>
        <pc:sldMkLst>
          <pc:docMk/>
          <pc:sldMk cId="3990841214" sldId="365"/>
        </pc:sldMkLst>
      </pc:sldChg>
      <pc:sldChg chg="add modTransition">
        <pc:chgData name="Reen, Gauravjeet Singh" userId="0768f19e-6341-4fc4-8573-50f25105ab76" providerId="ADAL" clId="{DA51B5F9-CA02-4DC8-BADF-B80B03FDF1EC}" dt="2026-07-14T07:21:11.238" v="344"/>
        <pc:sldMkLst>
          <pc:docMk/>
          <pc:sldMk cId="3959680145" sldId="367"/>
        </pc:sldMkLst>
      </pc:sldChg>
      <pc:sldChg chg="del">
        <pc:chgData name="Reen, Gauravjeet Singh" userId="0768f19e-6341-4fc4-8573-50f25105ab76" providerId="ADAL" clId="{DA51B5F9-CA02-4DC8-BADF-B80B03FDF1EC}" dt="2026-07-13T06:58:28.328" v="289" actId="47"/>
        <pc:sldMkLst>
          <pc:docMk/>
          <pc:sldMk cId="2187999755" sldId="372"/>
        </pc:sldMkLst>
      </pc:sldChg>
      <pc:sldChg chg="modSp mod">
        <pc:chgData name="Reen, Gauravjeet Singh" userId="0768f19e-6341-4fc4-8573-50f25105ab76" providerId="ADAL" clId="{DA51B5F9-CA02-4DC8-BADF-B80B03FDF1EC}" dt="2026-07-14T11:49:07.699" v="353" actId="27636"/>
        <pc:sldMkLst>
          <pc:docMk/>
          <pc:sldMk cId="3786666134" sldId="390"/>
        </pc:sldMkLst>
        <pc:spChg chg="mod">
          <ac:chgData name="Reen, Gauravjeet Singh" userId="0768f19e-6341-4fc4-8573-50f25105ab76" providerId="ADAL" clId="{DA51B5F9-CA02-4DC8-BADF-B80B03FDF1EC}" dt="2026-07-14T11:49:07.699" v="353" actId="27636"/>
          <ac:spMkLst>
            <pc:docMk/>
            <pc:sldMk cId="3786666134" sldId="390"/>
            <ac:spMk id="2" creationId="{00000000-0000-0000-0000-000000000000}"/>
          </ac:spMkLst>
        </pc:spChg>
      </pc:sldChg>
      <pc:sldChg chg="del">
        <pc:chgData name="Reen, Gauravjeet Singh" userId="0768f19e-6341-4fc4-8573-50f25105ab76" providerId="ADAL" clId="{DA51B5F9-CA02-4DC8-BADF-B80B03FDF1EC}" dt="2026-07-13T06:58:46.625" v="290" actId="2696"/>
        <pc:sldMkLst>
          <pc:docMk/>
          <pc:sldMk cId="4185383908" sldId="392"/>
        </pc:sldMkLst>
      </pc:sldChg>
      <pc:sldChg chg="add modTransition">
        <pc:chgData name="Reen, Gauravjeet Singh" userId="0768f19e-6341-4fc4-8573-50f25105ab76" providerId="ADAL" clId="{DA51B5F9-CA02-4DC8-BADF-B80B03FDF1EC}" dt="2026-07-14T07:24:02.735" v="349"/>
        <pc:sldMkLst>
          <pc:docMk/>
          <pc:sldMk cId="3022503722" sldId="400"/>
        </pc:sldMkLst>
      </pc:sldChg>
      <pc:sldChg chg="add modTransition">
        <pc:chgData name="Reen, Gauravjeet Singh" userId="0768f19e-6341-4fc4-8573-50f25105ab76" providerId="ADAL" clId="{DA51B5F9-CA02-4DC8-BADF-B80B03FDF1EC}" dt="2026-07-13T07:06:04.101" v="335"/>
        <pc:sldMkLst>
          <pc:docMk/>
          <pc:sldMk cId="1635386596" sldId="537"/>
        </pc:sldMkLst>
      </pc:sldChg>
      <pc:sldChg chg="add modTransition">
        <pc:chgData name="Reen, Gauravjeet Singh" userId="0768f19e-6341-4fc4-8573-50f25105ab76" providerId="ADAL" clId="{DA51B5F9-CA02-4DC8-BADF-B80B03FDF1EC}" dt="2026-07-13T07:06:04.101" v="335"/>
        <pc:sldMkLst>
          <pc:docMk/>
          <pc:sldMk cId="1467221891" sldId="544"/>
        </pc:sldMkLst>
      </pc:sldChg>
      <pc:sldChg chg="add modTransition">
        <pc:chgData name="Reen, Gauravjeet Singh" userId="0768f19e-6341-4fc4-8573-50f25105ab76" providerId="ADAL" clId="{DA51B5F9-CA02-4DC8-BADF-B80B03FDF1EC}" dt="2026-07-13T07:06:04.101" v="335"/>
        <pc:sldMkLst>
          <pc:docMk/>
          <pc:sldMk cId="2163826260" sldId="551"/>
        </pc:sldMkLst>
      </pc:sldChg>
      <pc:sldChg chg="add modTransition">
        <pc:chgData name="Reen, Gauravjeet Singh" userId="0768f19e-6341-4fc4-8573-50f25105ab76" providerId="ADAL" clId="{DA51B5F9-CA02-4DC8-BADF-B80B03FDF1EC}" dt="2026-07-13T07:06:04.101" v="335"/>
        <pc:sldMkLst>
          <pc:docMk/>
          <pc:sldMk cId="1804945085" sldId="555"/>
        </pc:sldMkLst>
      </pc:sldChg>
      <pc:sldChg chg="modSp add mod modTransition">
        <pc:chgData name="Reen, Gauravjeet Singh" userId="0768f19e-6341-4fc4-8573-50f25105ab76" providerId="ADAL" clId="{DA51B5F9-CA02-4DC8-BADF-B80B03FDF1EC}" dt="2026-07-13T07:06:04.227" v="337" actId="27636"/>
        <pc:sldMkLst>
          <pc:docMk/>
          <pc:sldMk cId="1968661154" sldId="557"/>
        </pc:sldMkLst>
        <pc:spChg chg="mod">
          <ac:chgData name="Reen, Gauravjeet Singh" userId="0768f19e-6341-4fc4-8573-50f25105ab76" providerId="ADAL" clId="{DA51B5F9-CA02-4DC8-BADF-B80B03FDF1EC}" dt="2026-07-13T07:06:04.227" v="337" actId="27636"/>
          <ac:spMkLst>
            <pc:docMk/>
            <pc:sldMk cId="1968661154" sldId="557"/>
            <ac:spMk id="2" creationId="{01A3E264-918E-E4DB-8BEC-FC18290484AE}"/>
          </ac:spMkLst>
        </pc:spChg>
        <pc:spChg chg="mod">
          <ac:chgData name="Reen, Gauravjeet Singh" userId="0768f19e-6341-4fc4-8573-50f25105ab76" providerId="ADAL" clId="{DA51B5F9-CA02-4DC8-BADF-B80B03FDF1EC}" dt="2026-07-13T07:06:04.227" v="336" actId="27636"/>
          <ac:spMkLst>
            <pc:docMk/>
            <pc:sldMk cId="1968661154" sldId="557"/>
            <ac:spMk id="3" creationId="{EB365D2B-B4B9-6B63-32A4-C341050D5B0B}"/>
          </ac:spMkLst>
        </pc:spChg>
      </pc:sldChg>
      <pc:sldChg chg="modSp add del mod modTransition">
        <pc:chgData name="Reen, Gauravjeet Singh" userId="0768f19e-6341-4fc4-8573-50f25105ab76" providerId="ADAL" clId="{DA51B5F9-CA02-4DC8-BADF-B80B03FDF1EC}" dt="2026-07-13T07:06:04.272" v="338" actId="27636"/>
        <pc:sldMkLst>
          <pc:docMk/>
          <pc:sldMk cId="3170632931" sldId="558"/>
        </pc:sldMkLst>
        <pc:spChg chg="mod">
          <ac:chgData name="Reen, Gauravjeet Singh" userId="0768f19e-6341-4fc4-8573-50f25105ab76" providerId="ADAL" clId="{DA51B5F9-CA02-4DC8-BADF-B80B03FDF1EC}" dt="2026-07-13T07:06:04.272" v="338" actId="27636"/>
          <ac:spMkLst>
            <pc:docMk/>
            <pc:sldMk cId="3170632931" sldId="558"/>
            <ac:spMk id="2" creationId="{D120DB21-D3CE-02BE-03BB-B5BBB8789BD4}"/>
          </ac:spMkLst>
        </pc:spChg>
      </pc:sldChg>
      <pc:sldChg chg="add modTransition">
        <pc:chgData name="Reen, Gauravjeet Singh" userId="0768f19e-6341-4fc4-8573-50f25105ab76" providerId="ADAL" clId="{DA51B5F9-CA02-4DC8-BADF-B80B03FDF1EC}" dt="2026-07-13T07:06:04.101" v="335"/>
        <pc:sldMkLst>
          <pc:docMk/>
          <pc:sldMk cId="3374820875" sldId="561"/>
        </pc:sldMkLst>
      </pc:sldChg>
      <pc:sldChg chg="modSp add del mod modTransition">
        <pc:chgData name="Reen, Gauravjeet Singh" userId="0768f19e-6341-4fc4-8573-50f25105ab76" providerId="ADAL" clId="{DA51B5F9-CA02-4DC8-BADF-B80B03FDF1EC}" dt="2026-07-14T11:50:40.740" v="354" actId="47"/>
        <pc:sldMkLst>
          <pc:docMk/>
          <pc:sldMk cId="2981875464" sldId="563"/>
        </pc:sldMkLst>
        <pc:spChg chg="mod">
          <ac:chgData name="Reen, Gauravjeet Singh" userId="0768f19e-6341-4fc4-8573-50f25105ab76" providerId="ADAL" clId="{DA51B5F9-CA02-4DC8-BADF-B80B03FDF1EC}" dt="2026-07-13T07:06:04.306" v="339" actId="27636"/>
          <ac:spMkLst>
            <pc:docMk/>
            <pc:sldMk cId="2981875464" sldId="563"/>
            <ac:spMk id="2" creationId="{26D440A5-1113-F92C-0C04-59BF938BACD0}"/>
          </ac:spMkLst>
        </pc:spChg>
        <pc:spChg chg="mod">
          <ac:chgData name="Reen, Gauravjeet Singh" userId="0768f19e-6341-4fc4-8573-50f25105ab76" providerId="ADAL" clId="{DA51B5F9-CA02-4DC8-BADF-B80B03FDF1EC}" dt="2026-07-13T07:06:04.306" v="340" actId="27636"/>
          <ac:spMkLst>
            <pc:docMk/>
            <pc:sldMk cId="2981875464" sldId="563"/>
            <ac:spMk id="3" creationId="{560DDE9E-D85E-0D9E-4F9B-02E3605AD2DD}"/>
          </ac:spMkLst>
        </pc:spChg>
      </pc:sldChg>
      <pc:sldChg chg="add del modTransition">
        <pc:chgData name="Reen, Gauravjeet Singh" userId="0768f19e-6341-4fc4-8573-50f25105ab76" providerId="ADAL" clId="{DA51B5F9-CA02-4DC8-BADF-B80B03FDF1EC}" dt="2026-07-13T07:04:05.104" v="334" actId="2696"/>
        <pc:sldMkLst>
          <pc:docMk/>
          <pc:sldMk cId="1546576936" sldId="976"/>
        </pc:sldMkLst>
      </pc:sldChg>
      <pc:sldChg chg="del">
        <pc:chgData name="Reen, Gauravjeet Singh" userId="0768f19e-6341-4fc4-8573-50f25105ab76" providerId="ADAL" clId="{DA51B5F9-CA02-4DC8-BADF-B80B03FDF1EC}" dt="2026-07-13T06:58:28.328" v="289" actId="47"/>
        <pc:sldMkLst>
          <pc:docMk/>
          <pc:sldMk cId="1149940788" sldId="1271"/>
        </pc:sldMkLst>
      </pc:sldChg>
      <pc:sldChg chg="add del modTransition">
        <pc:chgData name="Reen, Gauravjeet Singh" userId="0768f19e-6341-4fc4-8573-50f25105ab76" providerId="ADAL" clId="{DA51B5F9-CA02-4DC8-BADF-B80B03FDF1EC}" dt="2026-07-13T07:04:05.104" v="334" actId="2696"/>
        <pc:sldMkLst>
          <pc:docMk/>
          <pc:sldMk cId="1123770991" sldId="1681"/>
        </pc:sldMkLst>
      </pc:sldChg>
      <pc:sldChg chg="modSp add del mod modTransition">
        <pc:chgData name="Reen, Gauravjeet Singh" userId="0768f19e-6341-4fc4-8573-50f25105ab76" providerId="ADAL" clId="{DA51B5F9-CA02-4DC8-BADF-B80B03FDF1EC}" dt="2026-07-13T07:04:05.104" v="334" actId="2696"/>
        <pc:sldMkLst>
          <pc:docMk/>
          <pc:sldMk cId="4008678153" sldId="1701"/>
        </pc:sldMkLst>
        <pc:spChg chg="mod">
          <ac:chgData name="Reen, Gauravjeet Singh" userId="0768f19e-6341-4fc4-8573-50f25105ab76" providerId="ADAL" clId="{DA51B5F9-CA02-4DC8-BADF-B80B03FDF1EC}" dt="2026-07-13T06:33:59.393" v="132" actId="27636"/>
          <ac:spMkLst>
            <pc:docMk/>
            <pc:sldMk cId="4008678153" sldId="1701"/>
            <ac:spMk id="3" creationId="{E574F365-E692-428F-8827-35F7BD0E7C8A}"/>
          </ac:spMkLst>
        </pc:spChg>
      </pc:sldChg>
      <pc:sldChg chg="add del">
        <pc:chgData name="Reen, Gauravjeet Singh" userId="0768f19e-6341-4fc4-8573-50f25105ab76" providerId="ADAL" clId="{DA51B5F9-CA02-4DC8-BADF-B80B03FDF1EC}" dt="2026-07-13T07:04:05.104" v="334" actId="2696"/>
        <pc:sldMkLst>
          <pc:docMk/>
          <pc:sldMk cId="630953079" sldId="1710"/>
        </pc:sldMkLst>
      </pc:sldChg>
      <pc:sldChg chg="add modTransition">
        <pc:chgData name="Reen, Gauravjeet Singh" userId="0768f19e-6341-4fc4-8573-50f25105ab76" providerId="ADAL" clId="{DA51B5F9-CA02-4DC8-BADF-B80B03FDF1EC}" dt="2026-07-14T07:18:43.205" v="342"/>
        <pc:sldMkLst>
          <pc:docMk/>
          <pc:sldMk cId="457363413" sldId="1724"/>
        </pc:sldMkLst>
      </pc:sldChg>
      <pc:sldChg chg="modSp mod">
        <pc:chgData name="Reen, Gauravjeet Singh" userId="0768f19e-6341-4fc4-8573-50f25105ab76" providerId="ADAL" clId="{DA51B5F9-CA02-4DC8-BADF-B80B03FDF1EC}" dt="2026-07-13T06:33:05.318" v="130" actId="6549"/>
        <pc:sldMkLst>
          <pc:docMk/>
          <pc:sldMk cId="3398823957" sldId="2147469415"/>
        </pc:sldMkLst>
        <pc:spChg chg="mod">
          <ac:chgData name="Reen, Gauravjeet Singh" userId="0768f19e-6341-4fc4-8573-50f25105ab76" providerId="ADAL" clId="{DA51B5F9-CA02-4DC8-BADF-B80B03FDF1EC}" dt="2026-07-13T06:33:05.318" v="130" actId="6549"/>
          <ac:spMkLst>
            <pc:docMk/>
            <pc:sldMk cId="3398823957" sldId="2147469415"/>
            <ac:spMk id="7" creationId="{A5D69706-23E2-A0F6-B269-19AE2AE2C8DA}"/>
          </ac:spMkLst>
        </pc:spChg>
      </pc:sldChg>
      <pc:sldChg chg="add modTransition">
        <pc:chgData name="Reen, Gauravjeet Singh" userId="0768f19e-6341-4fc4-8573-50f25105ab76" providerId="ADAL" clId="{DA51B5F9-CA02-4DC8-BADF-B80B03FDF1EC}" dt="2026-07-13T07:06:04.101" v="335"/>
        <pc:sldMkLst>
          <pc:docMk/>
          <pc:sldMk cId="3089136173" sldId="2147469417"/>
        </pc:sldMkLst>
      </pc:sldChg>
      <pc:sldChg chg="add modTransition">
        <pc:chgData name="Reen, Gauravjeet Singh" userId="0768f19e-6341-4fc4-8573-50f25105ab76" providerId="ADAL" clId="{DA51B5F9-CA02-4DC8-BADF-B80B03FDF1EC}" dt="2026-07-13T07:06:04.101" v="335"/>
        <pc:sldMkLst>
          <pc:docMk/>
          <pc:sldMk cId="463435135" sldId="2147469425"/>
        </pc:sldMkLst>
      </pc:sldChg>
      <pc:sldChg chg="modSp add mod modTransition">
        <pc:chgData name="Reen, Gauravjeet Singh" userId="0768f19e-6341-4fc4-8573-50f25105ab76" providerId="ADAL" clId="{DA51B5F9-CA02-4DC8-BADF-B80B03FDF1EC}" dt="2026-07-14T11:48:33.001" v="351" actId="6549"/>
        <pc:sldMkLst>
          <pc:docMk/>
          <pc:sldMk cId="3003352076" sldId="2147469426"/>
        </pc:sldMkLst>
        <pc:spChg chg="mod">
          <ac:chgData name="Reen, Gauravjeet Singh" userId="0768f19e-6341-4fc4-8573-50f25105ab76" providerId="ADAL" clId="{DA51B5F9-CA02-4DC8-BADF-B80B03FDF1EC}" dt="2026-07-14T11:48:33.001" v="351" actId="6549"/>
          <ac:spMkLst>
            <pc:docMk/>
            <pc:sldMk cId="3003352076" sldId="2147469426"/>
            <ac:spMk id="23555" creationId="{B819329F-2EAD-412F-A9A9-380154A17EA0}"/>
          </ac:spMkLst>
        </pc:spChg>
      </pc:sldChg>
      <pc:sldChg chg="del">
        <pc:chgData name="Reen, Gauravjeet Singh" userId="0768f19e-6341-4fc4-8573-50f25105ab76" providerId="ADAL" clId="{DA51B5F9-CA02-4DC8-BADF-B80B03FDF1EC}" dt="2026-07-13T06:58:46.625" v="290" actId="2696"/>
        <pc:sldMkLst>
          <pc:docMk/>
          <pc:sldMk cId="286066674" sldId="2147469494"/>
        </pc:sldMkLst>
      </pc:sldChg>
      <pc:sldChg chg="add del modTransition">
        <pc:chgData name="Reen, Gauravjeet Singh" userId="0768f19e-6341-4fc4-8573-50f25105ab76" providerId="ADAL" clId="{DA51B5F9-CA02-4DC8-BADF-B80B03FDF1EC}" dt="2026-07-14T07:23:45.376" v="348" actId="47"/>
        <pc:sldMkLst>
          <pc:docMk/>
          <pc:sldMk cId="2757192676" sldId="2147469494"/>
        </pc:sldMkLst>
      </pc:sldChg>
      <pc:sldChg chg="add del modTransition">
        <pc:chgData name="Reen, Gauravjeet Singh" userId="0768f19e-6341-4fc4-8573-50f25105ab76" providerId="ADAL" clId="{DA51B5F9-CA02-4DC8-BADF-B80B03FDF1EC}" dt="2026-07-14T07:23:38.344" v="347" actId="47"/>
        <pc:sldMkLst>
          <pc:docMk/>
          <pc:sldMk cId="243964153" sldId="2147469495"/>
        </pc:sldMkLst>
      </pc:sldChg>
      <pc:sldChg chg="del">
        <pc:chgData name="Reen, Gauravjeet Singh" userId="0768f19e-6341-4fc4-8573-50f25105ab76" providerId="ADAL" clId="{DA51B5F9-CA02-4DC8-BADF-B80B03FDF1EC}" dt="2026-07-13T06:58:46.625" v="290" actId="2696"/>
        <pc:sldMkLst>
          <pc:docMk/>
          <pc:sldMk cId="3688863952" sldId="2147469495"/>
        </pc:sldMkLst>
      </pc:sldChg>
      <pc:sldChg chg="del">
        <pc:chgData name="Reen, Gauravjeet Singh" userId="0768f19e-6341-4fc4-8573-50f25105ab76" providerId="ADAL" clId="{DA51B5F9-CA02-4DC8-BADF-B80B03FDF1EC}" dt="2026-07-13T06:32:24.354" v="44" actId="47"/>
        <pc:sldMkLst>
          <pc:docMk/>
          <pc:sldMk cId="2454186678" sldId="2147469497"/>
        </pc:sldMkLst>
      </pc:sldChg>
      <pc:sldChg chg="add del modTransition">
        <pc:chgData name="Reen, Gauravjeet Singh" userId="0768f19e-6341-4fc4-8573-50f25105ab76" providerId="ADAL" clId="{DA51B5F9-CA02-4DC8-BADF-B80B03FDF1EC}" dt="2026-07-13T07:04:05.104" v="334" actId="2696"/>
        <pc:sldMkLst>
          <pc:docMk/>
          <pc:sldMk cId="0" sldId="2147469711"/>
        </pc:sldMkLst>
      </pc:sldChg>
      <pc:sldChg chg="del">
        <pc:chgData name="Reen, Gauravjeet Singh" userId="0768f19e-6341-4fc4-8573-50f25105ab76" providerId="ADAL" clId="{DA51B5F9-CA02-4DC8-BADF-B80B03FDF1EC}" dt="2026-07-13T06:58:28.328" v="289" actId="47"/>
        <pc:sldMkLst>
          <pc:docMk/>
          <pc:sldMk cId="334702346" sldId="2147482822"/>
        </pc:sldMkLst>
      </pc:sldChg>
      <pc:sldChg chg="del">
        <pc:chgData name="Reen, Gauravjeet Singh" userId="0768f19e-6341-4fc4-8573-50f25105ab76" providerId="ADAL" clId="{DA51B5F9-CA02-4DC8-BADF-B80B03FDF1EC}" dt="2026-07-13T06:58:28.328" v="289" actId="47"/>
        <pc:sldMkLst>
          <pc:docMk/>
          <pc:sldMk cId="423841638" sldId="2147482823"/>
        </pc:sldMkLst>
      </pc:sldChg>
      <pc:sldChg chg="del">
        <pc:chgData name="Reen, Gauravjeet Singh" userId="0768f19e-6341-4fc4-8573-50f25105ab76" providerId="ADAL" clId="{DA51B5F9-CA02-4DC8-BADF-B80B03FDF1EC}" dt="2026-07-13T06:58:28.328" v="289" actId="47"/>
        <pc:sldMkLst>
          <pc:docMk/>
          <pc:sldMk cId="1257333199" sldId="2147482851"/>
        </pc:sldMkLst>
      </pc:sldChg>
      <pc:sldMasterChg chg="delSldLayout">
        <pc:chgData name="Reen, Gauravjeet Singh" userId="0768f19e-6341-4fc4-8573-50f25105ab76" providerId="ADAL" clId="{DA51B5F9-CA02-4DC8-BADF-B80B03FDF1EC}" dt="2026-07-13T07:04:05.104" v="334" actId="2696"/>
        <pc:sldMasterMkLst>
          <pc:docMk/>
          <pc:sldMasterMk cId="667075" sldId="2147483648"/>
        </pc:sldMasterMkLst>
        <pc:sldLayoutChg chg="del">
          <pc:chgData name="Reen, Gauravjeet Singh" userId="0768f19e-6341-4fc4-8573-50f25105ab76" providerId="ADAL" clId="{DA51B5F9-CA02-4DC8-BADF-B80B03FDF1EC}" dt="2026-07-13T06:58:46.625" v="290" actId="2696"/>
          <pc:sldLayoutMkLst>
            <pc:docMk/>
            <pc:sldMasterMk cId="667075" sldId="2147483648"/>
            <pc:sldLayoutMk cId="4001842176" sldId="2147483660"/>
          </pc:sldLayoutMkLst>
        </pc:sldLayoutChg>
        <pc:sldLayoutChg chg="del">
          <pc:chgData name="Reen, Gauravjeet Singh" userId="0768f19e-6341-4fc4-8573-50f25105ab76" providerId="ADAL" clId="{DA51B5F9-CA02-4DC8-BADF-B80B03FDF1EC}" dt="2026-07-13T07:04:05.104" v="334" actId="2696"/>
          <pc:sldLayoutMkLst>
            <pc:docMk/>
            <pc:sldMasterMk cId="667075" sldId="2147483648"/>
            <pc:sldLayoutMk cId="815297896" sldId="2147483661"/>
          </pc:sldLayoutMkLst>
        </pc:sldLayoutChg>
        <pc:sldLayoutChg chg="del">
          <pc:chgData name="Reen, Gauravjeet Singh" userId="0768f19e-6341-4fc4-8573-50f25105ab76" providerId="ADAL" clId="{DA51B5F9-CA02-4DC8-BADF-B80B03FDF1EC}" dt="2026-07-13T07:04:05.104" v="334" actId="2696"/>
          <pc:sldLayoutMkLst>
            <pc:docMk/>
            <pc:sldMasterMk cId="667075" sldId="2147483648"/>
            <pc:sldLayoutMk cId="1117617744" sldId="2147483662"/>
          </pc:sldLayoutMkLst>
        </pc:sldLayoutChg>
      </pc:sldMaster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s>
</file>

<file path=ppt/diagrams/_rels/data5.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image" Target="../media/image4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s>
</file>

<file path=ppt/diagrams/_rels/drawing5.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8F381D-0463-48B6-A1C1-C0121C5ED0B8}" type="doc">
      <dgm:prSet loTypeId="urn:microsoft.com/office/officeart/2008/layout/AlternatingHexagons" loCatId="list" qsTypeId="urn:microsoft.com/office/officeart/2005/8/quickstyle/simple1" qsCatId="simple" csTypeId="urn:microsoft.com/office/officeart/2005/8/colors/accent2_2" csCatId="accent2" phldr="1"/>
      <dgm:spPr/>
      <dgm:t>
        <a:bodyPr/>
        <a:lstStyle/>
        <a:p>
          <a:endParaRPr lang="hi-IN"/>
        </a:p>
      </dgm:t>
    </dgm:pt>
    <dgm:pt modelId="{B8A87B81-C706-4DE4-97B9-CFDCA046E08F}">
      <dgm:prSet phldrT="[Text]" custT="1"/>
      <dgm:spPr>
        <a:solidFill>
          <a:schemeClr val="tx2">
            <a:lumMod val="40000"/>
            <a:lumOff val="60000"/>
          </a:schemeClr>
        </a:solidFill>
        <a:ln w="25400" cap="flat" cmpd="sng" algn="ctr">
          <a:solidFill>
            <a:schemeClr val="tx1"/>
          </a:solidFill>
          <a:prstDash val="solid"/>
        </a:ln>
        <a:effectLst/>
      </dgm:spPr>
      <dgm:t>
        <a:bodyPr spcFirstLastPara="0" vert="horz" wrap="square" lIns="0" tIns="0" rIns="0" bIns="0" numCol="1" spcCol="1270" anchor="ctr" anchorCtr="0"/>
        <a:lstStyle/>
        <a:p>
          <a:r>
            <a:rPr lang="en-IN" sz="1400" b="1" i="0" kern="1200" dirty="0">
              <a:solidFill>
                <a:srgbClr val="1F497D"/>
              </a:solidFill>
              <a:latin typeface="Calibri" panose="020F0502020204030204" pitchFamily="34" charset="0"/>
              <a:ea typeface="+mn-ea"/>
              <a:cs typeface="Calibri" panose="020F0502020204030204" pitchFamily="34" charset="0"/>
            </a:rPr>
            <a:t>Academic</a:t>
          </a:r>
          <a:r>
            <a:rPr lang="en-IN" sz="1400" b="1" i="0" kern="1200" dirty="0">
              <a:solidFill>
                <a:schemeClr val="tx2"/>
              </a:solidFill>
              <a:latin typeface="Calibri" panose="020F0502020204030204" pitchFamily="34" charset="0"/>
              <a:cs typeface="Calibri" panose="020F0502020204030204" pitchFamily="34" charset="0"/>
            </a:rPr>
            <a:t> Recognition</a:t>
          </a:r>
          <a:endParaRPr lang="hi-IN" sz="1400" kern="1200" dirty="0">
            <a:solidFill>
              <a:schemeClr val="tx2"/>
            </a:solidFill>
            <a:latin typeface="Calibri" panose="020F0502020204030204" pitchFamily="34" charset="0"/>
          </a:endParaRPr>
        </a:p>
      </dgm:t>
    </dgm:pt>
    <dgm:pt modelId="{F08ABC62-34E9-4BB5-9A29-CC4F7E6B0D0D}" type="parTrans" cxnId="{8687C74F-0E1F-4623-BAD1-C6FAD6D387AB}">
      <dgm:prSet/>
      <dgm:spPr/>
      <dgm:t>
        <a:bodyPr/>
        <a:lstStyle/>
        <a:p>
          <a:endParaRPr lang="hi-IN"/>
        </a:p>
      </dgm:t>
    </dgm:pt>
    <dgm:pt modelId="{1F5A080B-9AA2-4DF5-B48A-33E0D334DEE1}" type="sibTrans" cxnId="{8687C74F-0E1F-4623-BAD1-C6FAD6D387AB}">
      <dgm:prSet custT="1"/>
      <dgm:spPr>
        <a:solidFill>
          <a:schemeClr val="tx2">
            <a:lumMod val="40000"/>
            <a:lumOff val="60000"/>
          </a:schemeClr>
        </a:solidFill>
        <a:ln w="25400" cap="flat" cmpd="sng" algn="ctr">
          <a:solidFill>
            <a:schemeClr val="tx1"/>
          </a:solidFill>
          <a:prstDash val="solid"/>
        </a:ln>
        <a:effectLst/>
      </dgm:spPr>
      <dgm:t>
        <a:bodyPr spcFirstLastPara="0" vert="horz" wrap="square" lIns="0" tIns="0" rIns="0" bIns="0" numCol="1" spcCol="1270" anchor="ctr" anchorCtr="0"/>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Knowledge Dissemination</a:t>
          </a:r>
          <a:endParaRPr lang="hi-IN" sz="1400" b="1" i="0" kern="1200" dirty="0">
            <a:solidFill>
              <a:srgbClr val="1F497D"/>
            </a:solidFill>
            <a:latin typeface="Calibri" panose="020F0502020204030204" pitchFamily="34" charset="0"/>
            <a:ea typeface="+mn-ea"/>
            <a:cs typeface="Calibri" panose="020F0502020204030204" pitchFamily="34" charset="0"/>
          </a:endParaRPr>
        </a:p>
      </dgm:t>
    </dgm:pt>
    <dgm:pt modelId="{2EE9C858-3FBE-42D3-9B38-08E2E6FCCFFC}">
      <dgm:prSet phldrT="[Text]" custT="1"/>
      <dgm:spPr>
        <a:solidFill>
          <a:schemeClr val="tx2">
            <a:lumMod val="40000"/>
            <a:lumOff val="60000"/>
          </a:schemeClr>
        </a:solidFill>
        <a:ln w="25400" cap="flat" cmpd="sng" algn="ctr">
          <a:solidFill>
            <a:schemeClr val="tx1"/>
          </a:solidFill>
          <a:prstDash val="solid"/>
        </a:ln>
        <a:effectLst/>
      </dgm:spPr>
      <dgm:t>
        <a:bodyPr spcFirstLastPara="0" vert="horz" wrap="square" lIns="0" tIns="0" rIns="0" bIns="0" numCol="1" spcCol="1270" anchor="ctr" anchorCtr="0"/>
        <a:lstStyle/>
        <a:p>
          <a:pPr marL="0" lvl="0" indent="0" algn="ctr" defTabSz="622300">
            <a:lnSpc>
              <a:spcPct val="90000"/>
            </a:lnSpc>
            <a:spcBef>
              <a:spcPct val="0"/>
            </a:spcBef>
            <a:spcAft>
              <a:spcPct val="35000"/>
            </a:spcAft>
            <a:buNone/>
          </a:pPr>
          <a:r>
            <a:rPr lang="en-US" sz="1400" b="1" i="0" kern="1200" dirty="0">
              <a:solidFill>
                <a:srgbClr val="1F497D"/>
              </a:solidFill>
              <a:latin typeface="Calibri" panose="020F0502020204030204" pitchFamily="34" charset="0"/>
              <a:ea typeface="+mn-ea"/>
              <a:cs typeface="Calibri" panose="020F0502020204030204" pitchFamily="34" charset="0"/>
            </a:rPr>
            <a:t>Impact on Policy and Practice</a:t>
          </a:r>
          <a:endParaRPr lang="hi-IN" sz="1400" b="1" i="0" kern="1200" dirty="0">
            <a:solidFill>
              <a:srgbClr val="1F497D"/>
            </a:solidFill>
            <a:latin typeface="Calibri" panose="020F0502020204030204" pitchFamily="34" charset="0"/>
            <a:ea typeface="+mn-ea"/>
            <a:cs typeface="Calibri" panose="020F0502020204030204" pitchFamily="34" charset="0"/>
          </a:endParaRPr>
        </a:p>
      </dgm:t>
    </dgm:pt>
    <dgm:pt modelId="{D41B7613-369E-49DC-9FE9-DA63EF627953}" type="parTrans" cxnId="{84A33B99-40DE-462B-AC8F-E396ED45EDBA}">
      <dgm:prSet/>
      <dgm:spPr/>
      <dgm:t>
        <a:bodyPr/>
        <a:lstStyle/>
        <a:p>
          <a:endParaRPr lang="hi-IN"/>
        </a:p>
      </dgm:t>
    </dgm:pt>
    <dgm:pt modelId="{663850DF-8670-4CBE-97BA-AE89BAB06E97}" type="sibTrans" cxnId="{84A33B99-40DE-462B-AC8F-E396ED45EDBA}">
      <dgm:prSet custT="1"/>
      <dgm:spPr>
        <a:solidFill>
          <a:schemeClr val="tx2">
            <a:lumMod val="40000"/>
            <a:lumOff val="60000"/>
          </a:schemeClr>
        </a:solidFill>
        <a:ln>
          <a:solidFill>
            <a:schemeClr val="tx1"/>
          </a:solidFill>
        </a:ln>
      </dgm:spPr>
      <dgm:t>
        <a:bodyPr/>
        <a:lstStyle/>
        <a:p>
          <a:r>
            <a:rPr lang="en-IN" sz="1400" b="1" i="0" dirty="0">
              <a:solidFill>
                <a:schemeClr val="tx1"/>
              </a:solidFill>
              <a:latin typeface="Calibri" panose="020F0502020204030204" pitchFamily="34" charset="0"/>
              <a:cs typeface="Calibri" panose="020F0502020204030204" pitchFamily="34" charset="0"/>
            </a:rPr>
            <a:t>Longevity</a:t>
          </a:r>
          <a:endParaRPr lang="hi-IN" sz="1400" dirty="0">
            <a:solidFill>
              <a:schemeClr val="tx1"/>
            </a:solidFill>
            <a:latin typeface="Calibri" panose="020F0502020204030204" pitchFamily="34" charset="0"/>
          </a:endParaRPr>
        </a:p>
      </dgm:t>
    </dgm:pt>
    <dgm:pt modelId="{78878CB8-C745-42FE-B9C0-E019BA2D4515}">
      <dgm:prSet phldrT="[Text]" custT="1"/>
      <dgm:spPr>
        <a:solidFill>
          <a:schemeClr val="tx2">
            <a:lumMod val="40000"/>
            <a:lumOff val="60000"/>
          </a:schemeClr>
        </a:solidFill>
        <a:ln w="25400" cap="flat" cmpd="sng" algn="ctr">
          <a:solidFill>
            <a:schemeClr val="tx1"/>
          </a:solidFill>
          <a:prstDash val="solid"/>
        </a:ln>
        <a:effectLst/>
      </dgm:spPr>
      <dgm:t>
        <a:bodyPr spcFirstLastPara="0" vert="horz" wrap="square" lIns="0" tIns="0" rIns="0" bIns="0" numCol="1" spcCol="1270" anchor="ctr" anchorCtr="0"/>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Networking</a:t>
          </a:r>
          <a:endParaRPr lang="hi-IN" sz="1400" b="1" i="0" kern="1200" dirty="0">
            <a:solidFill>
              <a:srgbClr val="1F497D"/>
            </a:solidFill>
            <a:latin typeface="Calibri" panose="020F0502020204030204" pitchFamily="34" charset="0"/>
            <a:ea typeface="+mn-ea"/>
            <a:cs typeface="Calibri" panose="020F0502020204030204" pitchFamily="34" charset="0"/>
          </a:endParaRPr>
        </a:p>
      </dgm:t>
    </dgm:pt>
    <dgm:pt modelId="{64CD6A22-DAB0-4AD5-BBA3-B4DF08A6BAD7}" type="parTrans" cxnId="{B0EDCC13-C9A1-4628-9ADD-EBCBECF3D1BD}">
      <dgm:prSet/>
      <dgm:spPr/>
      <dgm:t>
        <a:bodyPr/>
        <a:lstStyle/>
        <a:p>
          <a:endParaRPr lang="hi-IN"/>
        </a:p>
      </dgm:t>
    </dgm:pt>
    <dgm:pt modelId="{4F4BB7D3-CAA4-43D3-823E-40C6EBE28680}" type="sibTrans" cxnId="{B0EDCC13-C9A1-4628-9ADD-EBCBECF3D1BD}">
      <dgm:prSet custT="1"/>
      <dgm:spPr>
        <a:solidFill>
          <a:schemeClr val="tx2">
            <a:lumMod val="40000"/>
            <a:lumOff val="60000"/>
          </a:schemeClr>
        </a:solidFill>
        <a:ln w="25400" cap="flat" cmpd="sng" algn="ctr">
          <a:solidFill>
            <a:schemeClr val="tx1"/>
          </a:solidFill>
          <a:prstDash val="solid"/>
        </a:ln>
        <a:effectLst/>
      </dgm:spPr>
      <dgm:t>
        <a:bodyPr spcFirstLastPara="0" vert="horz" wrap="square" lIns="0" tIns="0" rIns="0" bIns="0" numCol="1" spcCol="1270" anchor="ctr" anchorCtr="0"/>
        <a:lstStyle/>
        <a:p>
          <a:r>
            <a:rPr lang="en-IN" sz="1400" b="1" i="0" kern="1200" dirty="0">
              <a:solidFill>
                <a:srgbClr val="1F497D"/>
              </a:solidFill>
              <a:latin typeface="Calibri" panose="020F0502020204030204" pitchFamily="34" charset="0"/>
              <a:ea typeface="+mn-ea"/>
              <a:cs typeface="Calibri" panose="020F0502020204030204" pitchFamily="34" charset="0"/>
            </a:rPr>
            <a:t>Credibility</a:t>
          </a:r>
          <a:endParaRPr lang="hi-IN" sz="1400" b="1" i="0" kern="1200" dirty="0">
            <a:solidFill>
              <a:srgbClr val="1F497D"/>
            </a:solidFill>
            <a:latin typeface="Calibri" panose="020F0502020204030204" pitchFamily="34" charset="0"/>
            <a:ea typeface="+mn-ea"/>
            <a:cs typeface="Calibri" panose="020F0502020204030204" pitchFamily="34" charset="0"/>
          </a:endParaRPr>
        </a:p>
      </dgm:t>
    </dgm:pt>
    <dgm:pt modelId="{4EF049C8-2B61-4B48-83D1-767A516D1D4F}" type="pres">
      <dgm:prSet presAssocID="{FF8F381D-0463-48B6-A1C1-C0121C5ED0B8}" presName="Name0" presStyleCnt="0">
        <dgm:presLayoutVars>
          <dgm:chMax/>
          <dgm:chPref/>
          <dgm:dir/>
          <dgm:animLvl val="lvl"/>
        </dgm:presLayoutVars>
      </dgm:prSet>
      <dgm:spPr/>
    </dgm:pt>
    <dgm:pt modelId="{9108869A-4EFE-4DC7-B4C2-2893921C2B57}" type="pres">
      <dgm:prSet presAssocID="{B8A87B81-C706-4DE4-97B9-CFDCA046E08F}" presName="composite" presStyleCnt="0"/>
      <dgm:spPr/>
    </dgm:pt>
    <dgm:pt modelId="{119C0019-632F-42DB-9BEF-46C1B226CE43}" type="pres">
      <dgm:prSet presAssocID="{B8A87B81-C706-4DE4-97B9-CFDCA046E08F}" presName="Parent1" presStyleLbl="node1" presStyleIdx="0" presStyleCnt="6">
        <dgm:presLayoutVars>
          <dgm:chMax val="1"/>
          <dgm:chPref val="1"/>
          <dgm:bulletEnabled val="1"/>
        </dgm:presLayoutVars>
      </dgm:prSet>
      <dgm:spPr>
        <a:xfrm rot="5400000">
          <a:off x="3664147" y="113526"/>
          <a:ext cx="1731338" cy="1506264"/>
        </a:xfrm>
        <a:prstGeom prst="hexagon">
          <a:avLst>
            <a:gd name="adj" fmla="val 25000"/>
            <a:gd name="vf" fmla="val 115470"/>
          </a:avLst>
        </a:prstGeom>
      </dgm:spPr>
    </dgm:pt>
    <dgm:pt modelId="{EC600E83-BEB0-44C0-9983-9C77EAED87A7}" type="pres">
      <dgm:prSet presAssocID="{B8A87B81-C706-4DE4-97B9-CFDCA046E08F}" presName="Childtext1" presStyleLbl="revTx" presStyleIdx="0" presStyleCnt="3">
        <dgm:presLayoutVars>
          <dgm:chMax val="0"/>
          <dgm:chPref val="0"/>
          <dgm:bulletEnabled val="1"/>
        </dgm:presLayoutVars>
      </dgm:prSet>
      <dgm:spPr/>
    </dgm:pt>
    <dgm:pt modelId="{F26B47A5-E510-41D1-AA5C-B6011C5417A2}" type="pres">
      <dgm:prSet presAssocID="{B8A87B81-C706-4DE4-97B9-CFDCA046E08F}" presName="BalanceSpacing" presStyleCnt="0"/>
      <dgm:spPr/>
    </dgm:pt>
    <dgm:pt modelId="{2D49E660-DE85-4D1F-92FB-A829F54B541C}" type="pres">
      <dgm:prSet presAssocID="{B8A87B81-C706-4DE4-97B9-CFDCA046E08F}" presName="BalanceSpacing1" presStyleCnt="0"/>
      <dgm:spPr/>
    </dgm:pt>
    <dgm:pt modelId="{41E95A20-F17B-420C-B9CB-3753384EBA1C}" type="pres">
      <dgm:prSet presAssocID="{1F5A080B-9AA2-4DF5-B48A-33E0D334DEE1}" presName="Accent1Text" presStyleLbl="node1" presStyleIdx="1" presStyleCnt="6" custScaleX="105159"/>
      <dgm:spPr>
        <a:xfrm rot="5400000">
          <a:off x="2037381" y="74672"/>
          <a:ext cx="1731338" cy="1583973"/>
        </a:xfrm>
        <a:prstGeom prst="hexagon">
          <a:avLst>
            <a:gd name="adj" fmla="val 25000"/>
            <a:gd name="vf" fmla="val 115470"/>
          </a:avLst>
        </a:prstGeom>
      </dgm:spPr>
    </dgm:pt>
    <dgm:pt modelId="{A6775D1B-23A0-4891-8542-3C0B81DD3C64}" type="pres">
      <dgm:prSet presAssocID="{1F5A080B-9AA2-4DF5-B48A-33E0D334DEE1}" presName="spaceBetweenRectangles" presStyleCnt="0"/>
      <dgm:spPr/>
    </dgm:pt>
    <dgm:pt modelId="{CAF4002B-5C72-4742-9549-2A19828C8614}" type="pres">
      <dgm:prSet presAssocID="{2EE9C858-3FBE-42D3-9B38-08E2E6FCCFFC}" presName="composite" presStyleCnt="0"/>
      <dgm:spPr/>
    </dgm:pt>
    <dgm:pt modelId="{CA3E34D7-946A-4BB4-9B96-F6BE1D0C9DF2}" type="pres">
      <dgm:prSet presAssocID="{2EE9C858-3FBE-42D3-9B38-08E2E6FCCFFC}" presName="Parent1" presStyleLbl="node1" presStyleIdx="2" presStyleCnt="6">
        <dgm:presLayoutVars>
          <dgm:chMax val="1"/>
          <dgm:chPref val="1"/>
          <dgm:bulletEnabled val="1"/>
        </dgm:presLayoutVars>
      </dgm:prSet>
      <dgm:spPr>
        <a:xfrm rot="5400000">
          <a:off x="2847647" y="1583087"/>
          <a:ext cx="1731338" cy="1506264"/>
        </a:xfrm>
        <a:prstGeom prst="hexagon">
          <a:avLst>
            <a:gd name="adj" fmla="val 25000"/>
            <a:gd name="vf" fmla="val 115470"/>
          </a:avLst>
        </a:prstGeom>
      </dgm:spPr>
    </dgm:pt>
    <dgm:pt modelId="{8AF3D987-6E42-4638-B72F-452D2BD20F28}" type="pres">
      <dgm:prSet presAssocID="{2EE9C858-3FBE-42D3-9B38-08E2E6FCCFFC}" presName="Childtext1" presStyleLbl="revTx" presStyleIdx="1" presStyleCnt="3">
        <dgm:presLayoutVars>
          <dgm:chMax val="0"/>
          <dgm:chPref val="0"/>
          <dgm:bulletEnabled val="1"/>
        </dgm:presLayoutVars>
      </dgm:prSet>
      <dgm:spPr/>
    </dgm:pt>
    <dgm:pt modelId="{1964E3FD-6214-44F0-826A-8EEFAFFC3589}" type="pres">
      <dgm:prSet presAssocID="{2EE9C858-3FBE-42D3-9B38-08E2E6FCCFFC}" presName="BalanceSpacing" presStyleCnt="0"/>
      <dgm:spPr/>
    </dgm:pt>
    <dgm:pt modelId="{749DC809-8B6B-469E-B78A-DCE82388999D}" type="pres">
      <dgm:prSet presAssocID="{2EE9C858-3FBE-42D3-9B38-08E2E6FCCFFC}" presName="BalanceSpacing1" presStyleCnt="0"/>
      <dgm:spPr/>
    </dgm:pt>
    <dgm:pt modelId="{993CD888-D345-45F3-A228-308EA10E0514}" type="pres">
      <dgm:prSet presAssocID="{663850DF-8670-4CBE-97BA-AE89BAB06E97}" presName="Accent1Text" presStyleLbl="node1" presStyleIdx="3" presStyleCnt="6"/>
      <dgm:spPr/>
    </dgm:pt>
    <dgm:pt modelId="{BB380764-20F2-4CAD-BC0F-227CABD8272D}" type="pres">
      <dgm:prSet presAssocID="{663850DF-8670-4CBE-97BA-AE89BAB06E97}" presName="spaceBetweenRectangles" presStyleCnt="0"/>
      <dgm:spPr/>
    </dgm:pt>
    <dgm:pt modelId="{3777B8FA-76F1-43AE-BF16-80886CC8A138}" type="pres">
      <dgm:prSet presAssocID="{78878CB8-C745-42FE-B9C0-E019BA2D4515}" presName="composite" presStyleCnt="0"/>
      <dgm:spPr/>
    </dgm:pt>
    <dgm:pt modelId="{0EB13058-DDF9-48FE-95E7-12254789BA97}" type="pres">
      <dgm:prSet presAssocID="{78878CB8-C745-42FE-B9C0-E019BA2D4515}" presName="Parent1" presStyleLbl="node1" presStyleIdx="4" presStyleCnt="6">
        <dgm:presLayoutVars>
          <dgm:chMax val="1"/>
          <dgm:chPref val="1"/>
          <dgm:bulletEnabled val="1"/>
        </dgm:presLayoutVars>
      </dgm:prSet>
      <dgm:spPr>
        <a:xfrm rot="5400000">
          <a:off x="3664147" y="3052647"/>
          <a:ext cx="1731338" cy="1506264"/>
        </a:xfrm>
        <a:prstGeom prst="hexagon">
          <a:avLst>
            <a:gd name="adj" fmla="val 25000"/>
            <a:gd name="vf" fmla="val 115470"/>
          </a:avLst>
        </a:prstGeom>
      </dgm:spPr>
    </dgm:pt>
    <dgm:pt modelId="{490C8D09-042F-4250-8F04-70853C4B3B08}" type="pres">
      <dgm:prSet presAssocID="{78878CB8-C745-42FE-B9C0-E019BA2D4515}" presName="Childtext1" presStyleLbl="revTx" presStyleIdx="2" presStyleCnt="3">
        <dgm:presLayoutVars>
          <dgm:chMax val="0"/>
          <dgm:chPref val="0"/>
          <dgm:bulletEnabled val="1"/>
        </dgm:presLayoutVars>
      </dgm:prSet>
      <dgm:spPr/>
    </dgm:pt>
    <dgm:pt modelId="{4D5BA4D8-E93D-4BF4-B5E3-E9FD2E206813}" type="pres">
      <dgm:prSet presAssocID="{78878CB8-C745-42FE-B9C0-E019BA2D4515}" presName="BalanceSpacing" presStyleCnt="0"/>
      <dgm:spPr/>
    </dgm:pt>
    <dgm:pt modelId="{AEA8CBE9-6625-49BC-A956-DA90E0E99C0E}" type="pres">
      <dgm:prSet presAssocID="{78878CB8-C745-42FE-B9C0-E019BA2D4515}" presName="BalanceSpacing1" presStyleCnt="0"/>
      <dgm:spPr/>
    </dgm:pt>
    <dgm:pt modelId="{B6B5E3AC-7976-49F7-8AD7-D2671D3A416A}" type="pres">
      <dgm:prSet presAssocID="{4F4BB7D3-CAA4-43D3-823E-40C6EBE28680}" presName="Accent1Text" presStyleLbl="node1" presStyleIdx="5" presStyleCnt="6"/>
      <dgm:spPr>
        <a:xfrm rot="5400000">
          <a:off x="2037381" y="3052647"/>
          <a:ext cx="1731338" cy="1506264"/>
        </a:xfrm>
        <a:prstGeom prst="hexagon">
          <a:avLst>
            <a:gd name="adj" fmla="val 25000"/>
            <a:gd name="vf" fmla="val 115470"/>
          </a:avLst>
        </a:prstGeom>
      </dgm:spPr>
    </dgm:pt>
  </dgm:ptLst>
  <dgm:cxnLst>
    <dgm:cxn modelId="{B0EDCC13-C9A1-4628-9ADD-EBCBECF3D1BD}" srcId="{FF8F381D-0463-48B6-A1C1-C0121C5ED0B8}" destId="{78878CB8-C745-42FE-B9C0-E019BA2D4515}" srcOrd="2" destOrd="0" parTransId="{64CD6A22-DAB0-4AD5-BBA3-B4DF08A6BAD7}" sibTransId="{4F4BB7D3-CAA4-43D3-823E-40C6EBE28680}"/>
    <dgm:cxn modelId="{EB742817-D6D9-4447-9F79-597922D4CF4D}" type="presOf" srcId="{78878CB8-C745-42FE-B9C0-E019BA2D4515}" destId="{0EB13058-DDF9-48FE-95E7-12254789BA97}" srcOrd="0" destOrd="0" presId="urn:microsoft.com/office/officeart/2008/layout/AlternatingHexagons"/>
    <dgm:cxn modelId="{CEDF9E4D-1B02-44CA-B939-C47E3EDF43AD}" type="presOf" srcId="{663850DF-8670-4CBE-97BA-AE89BAB06E97}" destId="{993CD888-D345-45F3-A228-308EA10E0514}" srcOrd="0" destOrd="0" presId="urn:microsoft.com/office/officeart/2008/layout/AlternatingHexagons"/>
    <dgm:cxn modelId="{8687C74F-0E1F-4623-BAD1-C6FAD6D387AB}" srcId="{FF8F381D-0463-48B6-A1C1-C0121C5ED0B8}" destId="{B8A87B81-C706-4DE4-97B9-CFDCA046E08F}" srcOrd="0" destOrd="0" parTransId="{F08ABC62-34E9-4BB5-9A29-CC4F7E6B0D0D}" sibTransId="{1F5A080B-9AA2-4DF5-B48A-33E0D334DEE1}"/>
    <dgm:cxn modelId="{402DE972-D77C-4B88-B55D-1F6C117232F4}" type="presOf" srcId="{B8A87B81-C706-4DE4-97B9-CFDCA046E08F}" destId="{119C0019-632F-42DB-9BEF-46C1B226CE43}" srcOrd="0" destOrd="0" presId="urn:microsoft.com/office/officeart/2008/layout/AlternatingHexagons"/>
    <dgm:cxn modelId="{365F6192-FE37-4AA2-BD8E-B63F5E152618}" type="presOf" srcId="{1F5A080B-9AA2-4DF5-B48A-33E0D334DEE1}" destId="{41E95A20-F17B-420C-B9CB-3753384EBA1C}" srcOrd="0" destOrd="0" presId="urn:microsoft.com/office/officeart/2008/layout/AlternatingHexagons"/>
    <dgm:cxn modelId="{84A33B99-40DE-462B-AC8F-E396ED45EDBA}" srcId="{FF8F381D-0463-48B6-A1C1-C0121C5ED0B8}" destId="{2EE9C858-3FBE-42D3-9B38-08E2E6FCCFFC}" srcOrd="1" destOrd="0" parTransId="{D41B7613-369E-49DC-9FE9-DA63EF627953}" sibTransId="{663850DF-8670-4CBE-97BA-AE89BAB06E97}"/>
    <dgm:cxn modelId="{4EA0A4CA-2946-444D-93B9-2E3A73D9EDE3}" type="presOf" srcId="{FF8F381D-0463-48B6-A1C1-C0121C5ED0B8}" destId="{4EF049C8-2B61-4B48-83D1-767A516D1D4F}" srcOrd="0" destOrd="0" presId="urn:microsoft.com/office/officeart/2008/layout/AlternatingHexagons"/>
    <dgm:cxn modelId="{F51E04F4-2533-4F04-936E-6C1F4637D466}" type="presOf" srcId="{2EE9C858-3FBE-42D3-9B38-08E2E6FCCFFC}" destId="{CA3E34D7-946A-4BB4-9B96-F6BE1D0C9DF2}" srcOrd="0" destOrd="0" presId="urn:microsoft.com/office/officeart/2008/layout/AlternatingHexagons"/>
    <dgm:cxn modelId="{72EB2EF4-BAC8-453D-B97C-FD2ADAE3F40C}" type="presOf" srcId="{4F4BB7D3-CAA4-43D3-823E-40C6EBE28680}" destId="{B6B5E3AC-7976-49F7-8AD7-D2671D3A416A}" srcOrd="0" destOrd="0" presId="urn:microsoft.com/office/officeart/2008/layout/AlternatingHexagons"/>
    <dgm:cxn modelId="{E23CB0B4-B9C0-4588-BB2F-6509889C23F9}" type="presParOf" srcId="{4EF049C8-2B61-4B48-83D1-767A516D1D4F}" destId="{9108869A-4EFE-4DC7-B4C2-2893921C2B57}" srcOrd="0" destOrd="0" presId="urn:microsoft.com/office/officeart/2008/layout/AlternatingHexagons"/>
    <dgm:cxn modelId="{E9336B87-E7CF-44DD-AFAD-5DD7AAB74492}" type="presParOf" srcId="{9108869A-4EFE-4DC7-B4C2-2893921C2B57}" destId="{119C0019-632F-42DB-9BEF-46C1B226CE43}" srcOrd="0" destOrd="0" presId="urn:microsoft.com/office/officeart/2008/layout/AlternatingHexagons"/>
    <dgm:cxn modelId="{0161AE17-74B0-4F71-AD8E-4F45DDE2AA01}" type="presParOf" srcId="{9108869A-4EFE-4DC7-B4C2-2893921C2B57}" destId="{EC600E83-BEB0-44C0-9983-9C77EAED87A7}" srcOrd="1" destOrd="0" presId="urn:microsoft.com/office/officeart/2008/layout/AlternatingHexagons"/>
    <dgm:cxn modelId="{92319A02-E854-4640-AE0C-4B8DBA1F797B}" type="presParOf" srcId="{9108869A-4EFE-4DC7-B4C2-2893921C2B57}" destId="{F26B47A5-E510-41D1-AA5C-B6011C5417A2}" srcOrd="2" destOrd="0" presId="urn:microsoft.com/office/officeart/2008/layout/AlternatingHexagons"/>
    <dgm:cxn modelId="{D366CF36-5459-4CDD-8A1F-CA41AF96D6D3}" type="presParOf" srcId="{9108869A-4EFE-4DC7-B4C2-2893921C2B57}" destId="{2D49E660-DE85-4D1F-92FB-A829F54B541C}" srcOrd="3" destOrd="0" presId="urn:microsoft.com/office/officeart/2008/layout/AlternatingHexagons"/>
    <dgm:cxn modelId="{DB73912A-CC9E-4F0E-9B88-5DB2E89C542C}" type="presParOf" srcId="{9108869A-4EFE-4DC7-B4C2-2893921C2B57}" destId="{41E95A20-F17B-420C-B9CB-3753384EBA1C}" srcOrd="4" destOrd="0" presId="urn:microsoft.com/office/officeart/2008/layout/AlternatingHexagons"/>
    <dgm:cxn modelId="{56D60EB7-962A-4CB1-BA0B-83D14162E45D}" type="presParOf" srcId="{4EF049C8-2B61-4B48-83D1-767A516D1D4F}" destId="{A6775D1B-23A0-4891-8542-3C0B81DD3C64}" srcOrd="1" destOrd="0" presId="urn:microsoft.com/office/officeart/2008/layout/AlternatingHexagons"/>
    <dgm:cxn modelId="{09674118-711B-420A-8B09-D9998B420DC3}" type="presParOf" srcId="{4EF049C8-2B61-4B48-83D1-767A516D1D4F}" destId="{CAF4002B-5C72-4742-9549-2A19828C8614}" srcOrd="2" destOrd="0" presId="urn:microsoft.com/office/officeart/2008/layout/AlternatingHexagons"/>
    <dgm:cxn modelId="{FEDBFAF2-CF98-4D13-9286-C87D66B687BD}" type="presParOf" srcId="{CAF4002B-5C72-4742-9549-2A19828C8614}" destId="{CA3E34D7-946A-4BB4-9B96-F6BE1D0C9DF2}" srcOrd="0" destOrd="0" presId="urn:microsoft.com/office/officeart/2008/layout/AlternatingHexagons"/>
    <dgm:cxn modelId="{2BCF799F-1212-4525-8665-9458A1645188}" type="presParOf" srcId="{CAF4002B-5C72-4742-9549-2A19828C8614}" destId="{8AF3D987-6E42-4638-B72F-452D2BD20F28}" srcOrd="1" destOrd="0" presId="urn:microsoft.com/office/officeart/2008/layout/AlternatingHexagons"/>
    <dgm:cxn modelId="{361717BF-4D71-4838-B6AA-831DAE22B8F3}" type="presParOf" srcId="{CAF4002B-5C72-4742-9549-2A19828C8614}" destId="{1964E3FD-6214-44F0-826A-8EEFAFFC3589}" srcOrd="2" destOrd="0" presId="urn:microsoft.com/office/officeart/2008/layout/AlternatingHexagons"/>
    <dgm:cxn modelId="{C558C801-0701-4940-9028-FFC008194741}" type="presParOf" srcId="{CAF4002B-5C72-4742-9549-2A19828C8614}" destId="{749DC809-8B6B-469E-B78A-DCE82388999D}" srcOrd="3" destOrd="0" presId="urn:microsoft.com/office/officeart/2008/layout/AlternatingHexagons"/>
    <dgm:cxn modelId="{B2B9281D-0F1F-4E3C-9D17-B9A7C04E6A6B}" type="presParOf" srcId="{CAF4002B-5C72-4742-9549-2A19828C8614}" destId="{993CD888-D345-45F3-A228-308EA10E0514}" srcOrd="4" destOrd="0" presId="urn:microsoft.com/office/officeart/2008/layout/AlternatingHexagons"/>
    <dgm:cxn modelId="{E9824528-886C-4EEA-A69B-7722E3835DE3}" type="presParOf" srcId="{4EF049C8-2B61-4B48-83D1-767A516D1D4F}" destId="{BB380764-20F2-4CAD-BC0F-227CABD8272D}" srcOrd="3" destOrd="0" presId="urn:microsoft.com/office/officeart/2008/layout/AlternatingHexagons"/>
    <dgm:cxn modelId="{99F19904-CEB9-4699-8237-2EB406ECD338}" type="presParOf" srcId="{4EF049C8-2B61-4B48-83D1-767A516D1D4F}" destId="{3777B8FA-76F1-43AE-BF16-80886CC8A138}" srcOrd="4" destOrd="0" presId="urn:microsoft.com/office/officeart/2008/layout/AlternatingHexagons"/>
    <dgm:cxn modelId="{3F5B6539-D0F9-4FD8-9BAA-57A59D12B5A6}" type="presParOf" srcId="{3777B8FA-76F1-43AE-BF16-80886CC8A138}" destId="{0EB13058-DDF9-48FE-95E7-12254789BA97}" srcOrd="0" destOrd="0" presId="urn:microsoft.com/office/officeart/2008/layout/AlternatingHexagons"/>
    <dgm:cxn modelId="{4560BC5B-3EF4-4605-88E7-45D0E4D2D1FF}" type="presParOf" srcId="{3777B8FA-76F1-43AE-BF16-80886CC8A138}" destId="{490C8D09-042F-4250-8F04-70853C4B3B08}" srcOrd="1" destOrd="0" presId="urn:microsoft.com/office/officeart/2008/layout/AlternatingHexagons"/>
    <dgm:cxn modelId="{3D33060E-CFC8-4C77-878F-599EEC1C7C19}" type="presParOf" srcId="{3777B8FA-76F1-43AE-BF16-80886CC8A138}" destId="{4D5BA4D8-E93D-4BF4-B5E3-E9FD2E206813}" srcOrd="2" destOrd="0" presId="urn:microsoft.com/office/officeart/2008/layout/AlternatingHexagons"/>
    <dgm:cxn modelId="{9A5E0C60-D981-4B72-B178-A5AEA5DB3EFE}" type="presParOf" srcId="{3777B8FA-76F1-43AE-BF16-80886CC8A138}" destId="{AEA8CBE9-6625-49BC-A956-DA90E0E99C0E}" srcOrd="3" destOrd="0" presId="urn:microsoft.com/office/officeart/2008/layout/AlternatingHexagons"/>
    <dgm:cxn modelId="{CC2F7043-3D17-4811-9433-EE0164D7FA61}" type="presParOf" srcId="{3777B8FA-76F1-43AE-BF16-80886CC8A138}" destId="{B6B5E3AC-7976-49F7-8AD7-D2671D3A416A}"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2B3CE9-D15A-4D2D-B979-C813C6D1067B}" type="doc">
      <dgm:prSet loTypeId="urn:microsoft.com/office/officeart/2005/8/layout/bProcess3" loCatId="process" qsTypeId="urn:microsoft.com/office/officeart/2005/8/quickstyle/simple1" qsCatId="simple" csTypeId="urn:microsoft.com/office/officeart/2005/8/colors/accent0_1" csCatId="mainScheme" phldr="1"/>
      <dgm:spPr/>
      <dgm:t>
        <a:bodyPr/>
        <a:lstStyle/>
        <a:p>
          <a:endParaRPr lang="en-IN"/>
        </a:p>
      </dgm:t>
    </dgm:pt>
    <dgm:pt modelId="{7FD260BA-4EE8-4D09-9904-ADCE889D5E9E}">
      <dgm:prSet phldrT="[Text]"/>
      <dgm:spPr/>
      <dgm:t>
        <a:bodyPr/>
        <a:lstStyle/>
        <a:p>
          <a:r>
            <a:rPr lang="en-US" dirty="0"/>
            <a:t>Submit Proposal </a:t>
          </a:r>
          <a:endParaRPr lang="en-IN" dirty="0"/>
        </a:p>
      </dgm:t>
    </dgm:pt>
    <dgm:pt modelId="{9914D241-3E8C-4A96-B939-51E41B3F9739}" type="parTrans" cxnId="{6617A8C1-2AB9-47E2-9C43-80BA879CE617}">
      <dgm:prSet/>
      <dgm:spPr/>
      <dgm:t>
        <a:bodyPr/>
        <a:lstStyle/>
        <a:p>
          <a:endParaRPr lang="en-IN"/>
        </a:p>
      </dgm:t>
    </dgm:pt>
    <dgm:pt modelId="{3EB5807D-621A-4716-B8F8-12EEF77668C5}" type="sibTrans" cxnId="{6617A8C1-2AB9-47E2-9C43-80BA879CE617}">
      <dgm:prSet/>
      <dgm:spPr/>
      <dgm:t>
        <a:bodyPr/>
        <a:lstStyle/>
        <a:p>
          <a:endParaRPr lang="en-IN"/>
        </a:p>
      </dgm:t>
    </dgm:pt>
    <dgm:pt modelId="{22EC1E9E-D2E0-4C63-B459-406214FCA825}">
      <dgm:prSet phldrT="[Text]"/>
      <dgm:spPr/>
      <dgm:t>
        <a:bodyPr/>
        <a:lstStyle/>
        <a:p>
          <a:r>
            <a:rPr lang="en-US" dirty="0"/>
            <a:t>Internal Editorial Assessment </a:t>
          </a:r>
          <a:endParaRPr lang="en-IN" dirty="0"/>
        </a:p>
      </dgm:t>
    </dgm:pt>
    <dgm:pt modelId="{FEA71A22-3AF5-4CC1-AB95-3CDD98BFCD35}" type="parTrans" cxnId="{2EEA1DB2-D5B3-450E-AADC-1C0B56BB86CE}">
      <dgm:prSet/>
      <dgm:spPr/>
      <dgm:t>
        <a:bodyPr/>
        <a:lstStyle/>
        <a:p>
          <a:endParaRPr lang="en-IN"/>
        </a:p>
      </dgm:t>
    </dgm:pt>
    <dgm:pt modelId="{B49EEDD6-2445-4802-A0F1-ECF517AB2942}" type="sibTrans" cxnId="{2EEA1DB2-D5B3-450E-AADC-1C0B56BB86CE}">
      <dgm:prSet/>
      <dgm:spPr/>
      <dgm:t>
        <a:bodyPr/>
        <a:lstStyle/>
        <a:p>
          <a:endParaRPr lang="en-IN"/>
        </a:p>
      </dgm:t>
    </dgm:pt>
    <dgm:pt modelId="{5E464996-C19E-44E1-B170-A9E706CBDE66}">
      <dgm:prSet phldrT="[Text]"/>
      <dgm:spPr/>
      <dgm:t>
        <a:bodyPr/>
        <a:lstStyle/>
        <a:p>
          <a:r>
            <a:rPr lang="en-US" dirty="0"/>
            <a:t>Peer Review</a:t>
          </a:r>
          <a:endParaRPr lang="en-IN" dirty="0"/>
        </a:p>
      </dgm:t>
    </dgm:pt>
    <dgm:pt modelId="{846351FC-FEF1-4AB9-A600-6CB954A2A210}" type="parTrans" cxnId="{1B4AD4F1-CCA3-438B-9CD2-E65FD3CC9560}">
      <dgm:prSet/>
      <dgm:spPr/>
      <dgm:t>
        <a:bodyPr/>
        <a:lstStyle/>
        <a:p>
          <a:endParaRPr lang="en-IN"/>
        </a:p>
      </dgm:t>
    </dgm:pt>
    <dgm:pt modelId="{A0F47D04-3C80-4A10-9F82-01282E6A721C}" type="sibTrans" cxnId="{1B4AD4F1-CCA3-438B-9CD2-E65FD3CC9560}">
      <dgm:prSet/>
      <dgm:spPr/>
      <dgm:t>
        <a:bodyPr/>
        <a:lstStyle/>
        <a:p>
          <a:endParaRPr lang="en-IN"/>
        </a:p>
      </dgm:t>
    </dgm:pt>
    <dgm:pt modelId="{675940C3-2C9E-491F-9B7E-A1FF7E9D1D74}">
      <dgm:prSet phldrT="[Text]"/>
      <dgm:spPr/>
      <dgm:t>
        <a:bodyPr/>
        <a:lstStyle/>
        <a:p>
          <a:r>
            <a:rPr lang="en-US" dirty="0"/>
            <a:t>Discuss review </a:t>
          </a:r>
          <a:endParaRPr lang="en-IN" dirty="0"/>
        </a:p>
      </dgm:t>
    </dgm:pt>
    <dgm:pt modelId="{B6F8128D-CFD2-461B-B82B-F75705456DC9}" type="parTrans" cxnId="{7DDFE02A-9FEF-46E0-8047-FCFF6470C73F}">
      <dgm:prSet/>
      <dgm:spPr/>
      <dgm:t>
        <a:bodyPr/>
        <a:lstStyle/>
        <a:p>
          <a:endParaRPr lang="en-IN"/>
        </a:p>
      </dgm:t>
    </dgm:pt>
    <dgm:pt modelId="{FD82D8CA-AF52-4A5A-B07E-0C6AA67A3A59}" type="sibTrans" cxnId="{7DDFE02A-9FEF-46E0-8047-FCFF6470C73F}">
      <dgm:prSet/>
      <dgm:spPr/>
      <dgm:t>
        <a:bodyPr/>
        <a:lstStyle/>
        <a:p>
          <a:endParaRPr lang="en-IN"/>
        </a:p>
      </dgm:t>
    </dgm:pt>
    <dgm:pt modelId="{16717FEB-AB73-4828-9F95-C4C8FE2C59D0}">
      <dgm:prSet phldrT="[Text]"/>
      <dgm:spPr/>
      <dgm:t>
        <a:bodyPr/>
        <a:lstStyle/>
        <a:p>
          <a:r>
            <a:rPr lang="en-US" dirty="0"/>
            <a:t>Editorial Board Meeting </a:t>
          </a:r>
          <a:endParaRPr lang="en-IN" dirty="0"/>
        </a:p>
      </dgm:t>
    </dgm:pt>
    <dgm:pt modelId="{C8EFB73A-46F2-4DCA-B79F-EACAAB931CFA}" type="parTrans" cxnId="{7CC06E42-1758-4DAD-8126-D609AB22D211}">
      <dgm:prSet/>
      <dgm:spPr/>
      <dgm:t>
        <a:bodyPr/>
        <a:lstStyle/>
        <a:p>
          <a:endParaRPr lang="en-IN"/>
        </a:p>
      </dgm:t>
    </dgm:pt>
    <dgm:pt modelId="{594ED109-ABCB-40B9-B26A-6DCCD42D3923}" type="sibTrans" cxnId="{7CC06E42-1758-4DAD-8126-D609AB22D211}">
      <dgm:prSet/>
      <dgm:spPr/>
      <dgm:t>
        <a:bodyPr/>
        <a:lstStyle/>
        <a:p>
          <a:endParaRPr lang="en-IN"/>
        </a:p>
      </dgm:t>
    </dgm:pt>
    <dgm:pt modelId="{1A11C1DB-F5C0-4278-B67C-B45C7052AD7B}">
      <dgm:prSet phldrT="[Text]"/>
      <dgm:spPr/>
      <dgm:t>
        <a:bodyPr/>
        <a:lstStyle/>
        <a:p>
          <a:r>
            <a:rPr lang="en-US" dirty="0"/>
            <a:t>Sign Contract </a:t>
          </a:r>
          <a:endParaRPr lang="en-IN" dirty="0"/>
        </a:p>
      </dgm:t>
    </dgm:pt>
    <dgm:pt modelId="{9BC6EA3E-0C94-4817-BE48-AF57E4E31D67}" type="parTrans" cxnId="{F069AB5A-38F5-44EC-B8B8-C50D2B92A803}">
      <dgm:prSet/>
      <dgm:spPr/>
      <dgm:t>
        <a:bodyPr/>
        <a:lstStyle/>
        <a:p>
          <a:endParaRPr lang="en-IN"/>
        </a:p>
      </dgm:t>
    </dgm:pt>
    <dgm:pt modelId="{892E45FF-991B-4FF7-8D88-A28FABEC116B}" type="sibTrans" cxnId="{F069AB5A-38F5-44EC-B8B8-C50D2B92A803}">
      <dgm:prSet/>
      <dgm:spPr/>
      <dgm:t>
        <a:bodyPr/>
        <a:lstStyle/>
        <a:p>
          <a:endParaRPr lang="en-IN"/>
        </a:p>
      </dgm:t>
    </dgm:pt>
    <dgm:pt modelId="{237325C7-BB3D-4A98-AE9C-B7AE1DDEF644}">
      <dgm:prSet phldrT="[Text]"/>
      <dgm:spPr/>
      <dgm:t>
        <a:bodyPr/>
        <a:lstStyle/>
        <a:p>
          <a:r>
            <a:rPr lang="en-US" dirty="0"/>
            <a:t>Writing Phase </a:t>
          </a:r>
          <a:endParaRPr lang="en-IN" dirty="0"/>
        </a:p>
      </dgm:t>
    </dgm:pt>
    <dgm:pt modelId="{FAD89F0C-2B08-46C7-A8B4-305C9110C338}" type="parTrans" cxnId="{C6A97C83-7CEA-4F5F-BB17-D3BC0DA4743E}">
      <dgm:prSet/>
      <dgm:spPr/>
      <dgm:t>
        <a:bodyPr/>
        <a:lstStyle/>
        <a:p>
          <a:endParaRPr lang="en-IN"/>
        </a:p>
      </dgm:t>
    </dgm:pt>
    <dgm:pt modelId="{15FB55A1-81C9-4A20-92C3-9966C1574284}" type="sibTrans" cxnId="{C6A97C83-7CEA-4F5F-BB17-D3BC0DA4743E}">
      <dgm:prSet/>
      <dgm:spPr/>
      <dgm:t>
        <a:bodyPr/>
        <a:lstStyle/>
        <a:p>
          <a:endParaRPr lang="en-IN"/>
        </a:p>
      </dgm:t>
    </dgm:pt>
    <dgm:pt modelId="{20B7840B-0254-487C-BADF-C1C2687F5932}">
      <dgm:prSet phldrT="[Text]"/>
      <dgm:spPr/>
      <dgm:t>
        <a:bodyPr/>
        <a:lstStyle/>
        <a:p>
          <a:r>
            <a:rPr lang="en-US" dirty="0"/>
            <a:t>Manuscript Delivery </a:t>
          </a:r>
          <a:endParaRPr lang="en-IN" dirty="0"/>
        </a:p>
      </dgm:t>
    </dgm:pt>
    <dgm:pt modelId="{2F4EC5EF-D908-4491-AB64-33DD1CD16611}" type="parTrans" cxnId="{3EB8E659-DCEA-404A-B27B-11F7282B290E}">
      <dgm:prSet/>
      <dgm:spPr/>
      <dgm:t>
        <a:bodyPr/>
        <a:lstStyle/>
        <a:p>
          <a:endParaRPr lang="en-IN"/>
        </a:p>
      </dgm:t>
    </dgm:pt>
    <dgm:pt modelId="{0CE39A96-4523-41F5-9DC4-E3312ECC22A6}" type="sibTrans" cxnId="{3EB8E659-DCEA-404A-B27B-11F7282B290E}">
      <dgm:prSet/>
      <dgm:spPr/>
      <dgm:t>
        <a:bodyPr/>
        <a:lstStyle/>
        <a:p>
          <a:endParaRPr lang="en-IN"/>
        </a:p>
      </dgm:t>
    </dgm:pt>
    <dgm:pt modelId="{A3A0411D-43F1-4C79-97FB-025455403F72}">
      <dgm:prSet phldrT="[Text]"/>
      <dgm:spPr/>
      <dgm:t>
        <a:bodyPr/>
        <a:lstStyle/>
        <a:p>
          <a:r>
            <a:rPr lang="en-US" dirty="0"/>
            <a:t>Production </a:t>
          </a:r>
          <a:endParaRPr lang="en-IN" dirty="0"/>
        </a:p>
      </dgm:t>
    </dgm:pt>
    <dgm:pt modelId="{C4BBB0E3-078F-4D9E-AF47-E71964BF4D96}" type="parTrans" cxnId="{79BE4898-EA60-4379-A108-D876FDEF9763}">
      <dgm:prSet/>
      <dgm:spPr/>
      <dgm:t>
        <a:bodyPr/>
        <a:lstStyle/>
        <a:p>
          <a:endParaRPr lang="en-IN"/>
        </a:p>
      </dgm:t>
    </dgm:pt>
    <dgm:pt modelId="{0E306B56-CC79-4EF4-9670-D5D8009C31DC}" type="sibTrans" cxnId="{79BE4898-EA60-4379-A108-D876FDEF9763}">
      <dgm:prSet/>
      <dgm:spPr/>
      <dgm:t>
        <a:bodyPr/>
        <a:lstStyle/>
        <a:p>
          <a:endParaRPr lang="en-IN"/>
        </a:p>
      </dgm:t>
    </dgm:pt>
    <dgm:pt modelId="{F329FC02-DC85-4889-A7A0-D345C8BC853F}">
      <dgm:prSet phldrT="[Text]"/>
      <dgm:spPr/>
      <dgm:t>
        <a:bodyPr/>
        <a:lstStyle/>
        <a:p>
          <a:r>
            <a:rPr lang="en-US" dirty="0"/>
            <a:t>Marketing</a:t>
          </a:r>
          <a:endParaRPr lang="en-IN" dirty="0"/>
        </a:p>
      </dgm:t>
    </dgm:pt>
    <dgm:pt modelId="{550594E3-A619-4049-8D06-2E52723BF992}" type="parTrans" cxnId="{53292363-E6A4-42D5-B1B7-624EB8944C36}">
      <dgm:prSet/>
      <dgm:spPr/>
      <dgm:t>
        <a:bodyPr/>
        <a:lstStyle/>
        <a:p>
          <a:endParaRPr lang="en-IN"/>
        </a:p>
      </dgm:t>
    </dgm:pt>
    <dgm:pt modelId="{F7374B8B-E596-4FE1-A085-BB8859083EC9}" type="sibTrans" cxnId="{53292363-E6A4-42D5-B1B7-624EB8944C36}">
      <dgm:prSet/>
      <dgm:spPr/>
      <dgm:t>
        <a:bodyPr/>
        <a:lstStyle/>
        <a:p>
          <a:endParaRPr lang="en-IN"/>
        </a:p>
      </dgm:t>
    </dgm:pt>
    <dgm:pt modelId="{CD3C65C5-19C2-43C1-AF69-B53B398C01AC}">
      <dgm:prSet phldrT="[Text]"/>
      <dgm:spPr/>
      <dgm:t>
        <a:bodyPr/>
        <a:lstStyle/>
        <a:p>
          <a:r>
            <a:rPr lang="en-US" dirty="0"/>
            <a:t>Sales </a:t>
          </a:r>
          <a:endParaRPr lang="en-IN" dirty="0"/>
        </a:p>
      </dgm:t>
    </dgm:pt>
    <dgm:pt modelId="{B18BF4D7-555B-4FC5-A125-7AC9195B2A85}" type="parTrans" cxnId="{C39D6964-E2BA-4831-8574-0A0A397B5DF9}">
      <dgm:prSet/>
      <dgm:spPr/>
      <dgm:t>
        <a:bodyPr/>
        <a:lstStyle/>
        <a:p>
          <a:endParaRPr lang="en-IN"/>
        </a:p>
      </dgm:t>
    </dgm:pt>
    <dgm:pt modelId="{670760FC-C254-4415-9244-8B4D1D51E304}" type="sibTrans" cxnId="{C39D6964-E2BA-4831-8574-0A0A397B5DF9}">
      <dgm:prSet/>
      <dgm:spPr/>
      <dgm:t>
        <a:bodyPr/>
        <a:lstStyle/>
        <a:p>
          <a:endParaRPr lang="en-IN"/>
        </a:p>
      </dgm:t>
    </dgm:pt>
    <dgm:pt modelId="{F0F9FCBE-9845-4C2D-98F7-1B6275A7B72B}" type="pres">
      <dgm:prSet presAssocID="{0E2B3CE9-D15A-4D2D-B979-C813C6D1067B}" presName="Name0" presStyleCnt="0">
        <dgm:presLayoutVars>
          <dgm:dir/>
          <dgm:resizeHandles val="exact"/>
        </dgm:presLayoutVars>
      </dgm:prSet>
      <dgm:spPr/>
    </dgm:pt>
    <dgm:pt modelId="{B26124AC-9ABB-482F-80CC-40E841C5D9E1}" type="pres">
      <dgm:prSet presAssocID="{7FD260BA-4EE8-4D09-9904-ADCE889D5E9E}" presName="node" presStyleLbl="node1" presStyleIdx="0" presStyleCnt="11">
        <dgm:presLayoutVars>
          <dgm:bulletEnabled val="1"/>
        </dgm:presLayoutVars>
      </dgm:prSet>
      <dgm:spPr/>
    </dgm:pt>
    <dgm:pt modelId="{9528014E-72A3-4CBC-B592-080D1C30736C}" type="pres">
      <dgm:prSet presAssocID="{3EB5807D-621A-4716-B8F8-12EEF77668C5}" presName="sibTrans" presStyleLbl="sibTrans1D1" presStyleIdx="0" presStyleCnt="10"/>
      <dgm:spPr/>
    </dgm:pt>
    <dgm:pt modelId="{691F98CA-921E-4947-8F42-A85EC56A7366}" type="pres">
      <dgm:prSet presAssocID="{3EB5807D-621A-4716-B8F8-12EEF77668C5}" presName="connectorText" presStyleLbl="sibTrans1D1" presStyleIdx="0" presStyleCnt="10"/>
      <dgm:spPr/>
    </dgm:pt>
    <dgm:pt modelId="{51AEE71F-1272-4D30-A256-700FE5DF9AFB}" type="pres">
      <dgm:prSet presAssocID="{22EC1E9E-D2E0-4C63-B459-406214FCA825}" presName="node" presStyleLbl="node1" presStyleIdx="1" presStyleCnt="11">
        <dgm:presLayoutVars>
          <dgm:bulletEnabled val="1"/>
        </dgm:presLayoutVars>
      </dgm:prSet>
      <dgm:spPr/>
    </dgm:pt>
    <dgm:pt modelId="{6CF4FDFB-ED3B-4072-9332-CD5BEF46D8C8}" type="pres">
      <dgm:prSet presAssocID="{B49EEDD6-2445-4802-A0F1-ECF517AB2942}" presName="sibTrans" presStyleLbl="sibTrans1D1" presStyleIdx="1" presStyleCnt="10"/>
      <dgm:spPr/>
    </dgm:pt>
    <dgm:pt modelId="{2D5C2CF7-4FE5-40A6-B33D-4A178384B267}" type="pres">
      <dgm:prSet presAssocID="{B49EEDD6-2445-4802-A0F1-ECF517AB2942}" presName="connectorText" presStyleLbl="sibTrans1D1" presStyleIdx="1" presStyleCnt="10"/>
      <dgm:spPr/>
    </dgm:pt>
    <dgm:pt modelId="{5CB65531-D5E0-4ACD-B225-33654942A766}" type="pres">
      <dgm:prSet presAssocID="{5E464996-C19E-44E1-B170-A9E706CBDE66}" presName="node" presStyleLbl="node1" presStyleIdx="2" presStyleCnt="11">
        <dgm:presLayoutVars>
          <dgm:bulletEnabled val="1"/>
        </dgm:presLayoutVars>
      </dgm:prSet>
      <dgm:spPr/>
    </dgm:pt>
    <dgm:pt modelId="{24B737A7-844A-4D19-9BD8-9C8801C34BB5}" type="pres">
      <dgm:prSet presAssocID="{A0F47D04-3C80-4A10-9F82-01282E6A721C}" presName="sibTrans" presStyleLbl="sibTrans1D1" presStyleIdx="2" presStyleCnt="10"/>
      <dgm:spPr/>
    </dgm:pt>
    <dgm:pt modelId="{7B0D9AA5-352F-4056-BE9C-C9D4F02F3F57}" type="pres">
      <dgm:prSet presAssocID="{A0F47D04-3C80-4A10-9F82-01282E6A721C}" presName="connectorText" presStyleLbl="sibTrans1D1" presStyleIdx="2" presStyleCnt="10"/>
      <dgm:spPr/>
    </dgm:pt>
    <dgm:pt modelId="{2F9C3423-64DF-4095-BBB2-16F9EABDA413}" type="pres">
      <dgm:prSet presAssocID="{675940C3-2C9E-491F-9B7E-A1FF7E9D1D74}" presName="node" presStyleLbl="node1" presStyleIdx="3" presStyleCnt="11">
        <dgm:presLayoutVars>
          <dgm:bulletEnabled val="1"/>
        </dgm:presLayoutVars>
      </dgm:prSet>
      <dgm:spPr/>
    </dgm:pt>
    <dgm:pt modelId="{A8E924A5-D990-4165-9EB3-9385E9E400E9}" type="pres">
      <dgm:prSet presAssocID="{FD82D8CA-AF52-4A5A-B07E-0C6AA67A3A59}" presName="sibTrans" presStyleLbl="sibTrans1D1" presStyleIdx="3" presStyleCnt="10"/>
      <dgm:spPr/>
    </dgm:pt>
    <dgm:pt modelId="{0C21FC9A-F132-488F-8907-BF426BBCEBA0}" type="pres">
      <dgm:prSet presAssocID="{FD82D8CA-AF52-4A5A-B07E-0C6AA67A3A59}" presName="connectorText" presStyleLbl="sibTrans1D1" presStyleIdx="3" presStyleCnt="10"/>
      <dgm:spPr/>
    </dgm:pt>
    <dgm:pt modelId="{68E7C9EE-81E3-455A-8B9B-B32F3D7D4789}" type="pres">
      <dgm:prSet presAssocID="{16717FEB-AB73-4828-9F95-C4C8FE2C59D0}" presName="node" presStyleLbl="node1" presStyleIdx="4" presStyleCnt="11">
        <dgm:presLayoutVars>
          <dgm:bulletEnabled val="1"/>
        </dgm:presLayoutVars>
      </dgm:prSet>
      <dgm:spPr/>
    </dgm:pt>
    <dgm:pt modelId="{C2F188D0-D223-493F-B97A-8D7A6875F2E8}" type="pres">
      <dgm:prSet presAssocID="{594ED109-ABCB-40B9-B26A-6DCCD42D3923}" presName="sibTrans" presStyleLbl="sibTrans1D1" presStyleIdx="4" presStyleCnt="10"/>
      <dgm:spPr/>
    </dgm:pt>
    <dgm:pt modelId="{7511556D-D0DB-4123-878D-686C4C1FBB4D}" type="pres">
      <dgm:prSet presAssocID="{594ED109-ABCB-40B9-B26A-6DCCD42D3923}" presName="connectorText" presStyleLbl="sibTrans1D1" presStyleIdx="4" presStyleCnt="10"/>
      <dgm:spPr/>
    </dgm:pt>
    <dgm:pt modelId="{5AA8A7F1-3B3E-415A-8D47-F0AD0D36ADB3}" type="pres">
      <dgm:prSet presAssocID="{1A11C1DB-F5C0-4278-B67C-B45C7052AD7B}" presName="node" presStyleLbl="node1" presStyleIdx="5" presStyleCnt="11">
        <dgm:presLayoutVars>
          <dgm:bulletEnabled val="1"/>
        </dgm:presLayoutVars>
      </dgm:prSet>
      <dgm:spPr/>
    </dgm:pt>
    <dgm:pt modelId="{3EBEE698-A841-4CB1-A434-7EE0F1A6C0C4}" type="pres">
      <dgm:prSet presAssocID="{892E45FF-991B-4FF7-8D88-A28FABEC116B}" presName="sibTrans" presStyleLbl="sibTrans1D1" presStyleIdx="5" presStyleCnt="10"/>
      <dgm:spPr/>
    </dgm:pt>
    <dgm:pt modelId="{CC9090CC-9506-49FC-A686-5C6CAEA8B09D}" type="pres">
      <dgm:prSet presAssocID="{892E45FF-991B-4FF7-8D88-A28FABEC116B}" presName="connectorText" presStyleLbl="sibTrans1D1" presStyleIdx="5" presStyleCnt="10"/>
      <dgm:spPr/>
    </dgm:pt>
    <dgm:pt modelId="{6C4F884F-E282-42E1-AFEE-01376879BB4F}" type="pres">
      <dgm:prSet presAssocID="{237325C7-BB3D-4A98-AE9C-B7AE1DDEF644}" presName="node" presStyleLbl="node1" presStyleIdx="6" presStyleCnt="11">
        <dgm:presLayoutVars>
          <dgm:bulletEnabled val="1"/>
        </dgm:presLayoutVars>
      </dgm:prSet>
      <dgm:spPr/>
    </dgm:pt>
    <dgm:pt modelId="{79C20779-B21D-44BC-ABA3-281414463B86}" type="pres">
      <dgm:prSet presAssocID="{15FB55A1-81C9-4A20-92C3-9966C1574284}" presName="sibTrans" presStyleLbl="sibTrans1D1" presStyleIdx="6" presStyleCnt="10"/>
      <dgm:spPr/>
    </dgm:pt>
    <dgm:pt modelId="{D7AB6B19-C453-47A2-A1D7-048913FE98A7}" type="pres">
      <dgm:prSet presAssocID="{15FB55A1-81C9-4A20-92C3-9966C1574284}" presName="connectorText" presStyleLbl="sibTrans1D1" presStyleIdx="6" presStyleCnt="10"/>
      <dgm:spPr/>
    </dgm:pt>
    <dgm:pt modelId="{912FABD9-52B5-4B71-A2B0-2DE5710F4D87}" type="pres">
      <dgm:prSet presAssocID="{20B7840B-0254-487C-BADF-C1C2687F5932}" presName="node" presStyleLbl="node1" presStyleIdx="7" presStyleCnt="11">
        <dgm:presLayoutVars>
          <dgm:bulletEnabled val="1"/>
        </dgm:presLayoutVars>
      </dgm:prSet>
      <dgm:spPr/>
    </dgm:pt>
    <dgm:pt modelId="{18890522-2444-428D-AEE5-6CD522C709F7}" type="pres">
      <dgm:prSet presAssocID="{0CE39A96-4523-41F5-9DC4-E3312ECC22A6}" presName="sibTrans" presStyleLbl="sibTrans1D1" presStyleIdx="7" presStyleCnt="10"/>
      <dgm:spPr/>
    </dgm:pt>
    <dgm:pt modelId="{8CBCD226-8FF9-4BFF-91F5-445426194E3A}" type="pres">
      <dgm:prSet presAssocID="{0CE39A96-4523-41F5-9DC4-E3312ECC22A6}" presName="connectorText" presStyleLbl="sibTrans1D1" presStyleIdx="7" presStyleCnt="10"/>
      <dgm:spPr/>
    </dgm:pt>
    <dgm:pt modelId="{994F0381-1D45-4997-A1A8-80FA0029B509}" type="pres">
      <dgm:prSet presAssocID="{A3A0411D-43F1-4C79-97FB-025455403F72}" presName="node" presStyleLbl="node1" presStyleIdx="8" presStyleCnt="11">
        <dgm:presLayoutVars>
          <dgm:bulletEnabled val="1"/>
        </dgm:presLayoutVars>
      </dgm:prSet>
      <dgm:spPr/>
    </dgm:pt>
    <dgm:pt modelId="{F275DAA0-6A41-4978-8417-BF859176BA71}" type="pres">
      <dgm:prSet presAssocID="{0E306B56-CC79-4EF4-9670-D5D8009C31DC}" presName="sibTrans" presStyleLbl="sibTrans1D1" presStyleIdx="8" presStyleCnt="10"/>
      <dgm:spPr/>
    </dgm:pt>
    <dgm:pt modelId="{D4225F60-F6D9-4E19-B05E-99914A860534}" type="pres">
      <dgm:prSet presAssocID="{0E306B56-CC79-4EF4-9670-D5D8009C31DC}" presName="connectorText" presStyleLbl="sibTrans1D1" presStyleIdx="8" presStyleCnt="10"/>
      <dgm:spPr/>
    </dgm:pt>
    <dgm:pt modelId="{84FB6D96-E492-4E88-9A8E-6546C37A6F29}" type="pres">
      <dgm:prSet presAssocID="{F329FC02-DC85-4889-A7A0-D345C8BC853F}" presName="node" presStyleLbl="node1" presStyleIdx="9" presStyleCnt="11">
        <dgm:presLayoutVars>
          <dgm:bulletEnabled val="1"/>
        </dgm:presLayoutVars>
      </dgm:prSet>
      <dgm:spPr/>
    </dgm:pt>
    <dgm:pt modelId="{C6C4C4FB-60AF-46BF-AABB-696CB2185030}" type="pres">
      <dgm:prSet presAssocID="{F7374B8B-E596-4FE1-A085-BB8859083EC9}" presName="sibTrans" presStyleLbl="sibTrans1D1" presStyleIdx="9" presStyleCnt="10"/>
      <dgm:spPr/>
    </dgm:pt>
    <dgm:pt modelId="{D8AE0D04-540A-49CF-8F6F-330F315610C6}" type="pres">
      <dgm:prSet presAssocID="{F7374B8B-E596-4FE1-A085-BB8859083EC9}" presName="connectorText" presStyleLbl="sibTrans1D1" presStyleIdx="9" presStyleCnt="10"/>
      <dgm:spPr/>
    </dgm:pt>
    <dgm:pt modelId="{7A184A81-C317-4025-AC17-48787DCF9DCC}" type="pres">
      <dgm:prSet presAssocID="{CD3C65C5-19C2-43C1-AF69-B53B398C01AC}" presName="node" presStyleLbl="node1" presStyleIdx="10" presStyleCnt="11">
        <dgm:presLayoutVars>
          <dgm:bulletEnabled val="1"/>
        </dgm:presLayoutVars>
      </dgm:prSet>
      <dgm:spPr/>
    </dgm:pt>
  </dgm:ptLst>
  <dgm:cxnLst>
    <dgm:cxn modelId="{9ABA3A0B-573E-412F-BA8B-4D2CB0E4D50B}" type="presOf" srcId="{237325C7-BB3D-4A98-AE9C-B7AE1DDEF644}" destId="{6C4F884F-E282-42E1-AFEE-01376879BB4F}" srcOrd="0" destOrd="0" presId="urn:microsoft.com/office/officeart/2005/8/layout/bProcess3"/>
    <dgm:cxn modelId="{42B5A20C-93F9-4B26-B45F-D7EF91A67CB9}" type="presOf" srcId="{B49EEDD6-2445-4802-A0F1-ECF517AB2942}" destId="{6CF4FDFB-ED3B-4072-9332-CD5BEF46D8C8}" srcOrd="0" destOrd="0" presId="urn:microsoft.com/office/officeart/2005/8/layout/bProcess3"/>
    <dgm:cxn modelId="{98623A14-C5BB-49E9-A193-9398F12A8E48}" type="presOf" srcId="{675940C3-2C9E-491F-9B7E-A1FF7E9D1D74}" destId="{2F9C3423-64DF-4095-BBB2-16F9EABDA413}" srcOrd="0" destOrd="0" presId="urn:microsoft.com/office/officeart/2005/8/layout/bProcess3"/>
    <dgm:cxn modelId="{5CED4519-4217-4F0A-BE75-55C4E0244CA6}" type="presOf" srcId="{0CE39A96-4523-41F5-9DC4-E3312ECC22A6}" destId="{18890522-2444-428D-AEE5-6CD522C709F7}" srcOrd="0" destOrd="0" presId="urn:microsoft.com/office/officeart/2005/8/layout/bProcess3"/>
    <dgm:cxn modelId="{D130C121-D56C-4951-B9B1-1B1A2D80742C}" type="presOf" srcId="{F7374B8B-E596-4FE1-A085-BB8859083EC9}" destId="{D8AE0D04-540A-49CF-8F6F-330F315610C6}" srcOrd="1" destOrd="0" presId="urn:microsoft.com/office/officeart/2005/8/layout/bProcess3"/>
    <dgm:cxn modelId="{7DDFE02A-9FEF-46E0-8047-FCFF6470C73F}" srcId="{0E2B3CE9-D15A-4D2D-B979-C813C6D1067B}" destId="{675940C3-2C9E-491F-9B7E-A1FF7E9D1D74}" srcOrd="3" destOrd="0" parTransId="{B6F8128D-CFD2-461B-B82B-F75705456DC9}" sibTransId="{FD82D8CA-AF52-4A5A-B07E-0C6AA67A3A59}"/>
    <dgm:cxn modelId="{B0923C35-0108-49FF-9AF3-CF78784E1B94}" type="presOf" srcId="{F7374B8B-E596-4FE1-A085-BB8859083EC9}" destId="{C6C4C4FB-60AF-46BF-AABB-696CB2185030}" srcOrd="0" destOrd="0" presId="urn:microsoft.com/office/officeart/2005/8/layout/bProcess3"/>
    <dgm:cxn modelId="{8AFB2736-4245-41BD-86CC-B17E478299EA}" type="presOf" srcId="{0E306B56-CC79-4EF4-9670-D5D8009C31DC}" destId="{F275DAA0-6A41-4978-8417-BF859176BA71}" srcOrd="0" destOrd="0" presId="urn:microsoft.com/office/officeart/2005/8/layout/bProcess3"/>
    <dgm:cxn modelId="{4772003D-62E0-42E4-BA18-81E493E57DCF}" type="presOf" srcId="{3EB5807D-621A-4716-B8F8-12EEF77668C5}" destId="{691F98CA-921E-4947-8F42-A85EC56A7366}" srcOrd="1" destOrd="0" presId="urn:microsoft.com/office/officeart/2005/8/layout/bProcess3"/>
    <dgm:cxn modelId="{79BE373F-A35B-447C-BDA5-21C24D5FA9B8}" type="presOf" srcId="{594ED109-ABCB-40B9-B26A-6DCCD42D3923}" destId="{7511556D-D0DB-4123-878D-686C4C1FBB4D}" srcOrd="1" destOrd="0" presId="urn:microsoft.com/office/officeart/2005/8/layout/bProcess3"/>
    <dgm:cxn modelId="{B61CCA60-E2EF-4F72-805F-FC07103EEE98}" type="presOf" srcId="{0E2B3CE9-D15A-4D2D-B979-C813C6D1067B}" destId="{F0F9FCBE-9845-4C2D-98F7-1B6275A7B72B}" srcOrd="0" destOrd="0" presId="urn:microsoft.com/office/officeart/2005/8/layout/bProcess3"/>
    <dgm:cxn modelId="{7CC06E42-1758-4DAD-8126-D609AB22D211}" srcId="{0E2B3CE9-D15A-4D2D-B979-C813C6D1067B}" destId="{16717FEB-AB73-4828-9F95-C4C8FE2C59D0}" srcOrd="4" destOrd="0" parTransId="{C8EFB73A-46F2-4DCA-B79F-EACAAB931CFA}" sibTransId="{594ED109-ABCB-40B9-B26A-6DCCD42D3923}"/>
    <dgm:cxn modelId="{53292363-E6A4-42D5-B1B7-624EB8944C36}" srcId="{0E2B3CE9-D15A-4D2D-B979-C813C6D1067B}" destId="{F329FC02-DC85-4889-A7A0-D345C8BC853F}" srcOrd="9" destOrd="0" parTransId="{550594E3-A619-4049-8D06-2E52723BF992}" sibTransId="{F7374B8B-E596-4FE1-A085-BB8859083EC9}"/>
    <dgm:cxn modelId="{C39D6964-E2BA-4831-8574-0A0A397B5DF9}" srcId="{0E2B3CE9-D15A-4D2D-B979-C813C6D1067B}" destId="{CD3C65C5-19C2-43C1-AF69-B53B398C01AC}" srcOrd="10" destOrd="0" parTransId="{B18BF4D7-555B-4FC5-A125-7AC9195B2A85}" sibTransId="{670760FC-C254-4415-9244-8B4D1D51E304}"/>
    <dgm:cxn modelId="{8480F747-5479-4EF4-8D93-A603D2DF94D7}" type="presOf" srcId="{20B7840B-0254-487C-BADF-C1C2687F5932}" destId="{912FABD9-52B5-4B71-A2B0-2DE5710F4D87}" srcOrd="0" destOrd="0" presId="urn:microsoft.com/office/officeart/2005/8/layout/bProcess3"/>
    <dgm:cxn modelId="{F1A56D68-6DBE-4E04-AC46-2687DBFC532C}" type="presOf" srcId="{FD82D8CA-AF52-4A5A-B07E-0C6AA67A3A59}" destId="{0C21FC9A-F132-488F-8907-BF426BBCEBA0}" srcOrd="1" destOrd="0" presId="urn:microsoft.com/office/officeart/2005/8/layout/bProcess3"/>
    <dgm:cxn modelId="{9E9CA56A-9857-4453-8305-83DDD3670890}" type="presOf" srcId="{B49EEDD6-2445-4802-A0F1-ECF517AB2942}" destId="{2D5C2CF7-4FE5-40A6-B33D-4A178384B267}" srcOrd="1" destOrd="0" presId="urn:microsoft.com/office/officeart/2005/8/layout/bProcess3"/>
    <dgm:cxn modelId="{CF388850-AA7C-4EAC-9FED-E60481625A37}" type="presOf" srcId="{A0F47D04-3C80-4A10-9F82-01282E6A721C}" destId="{7B0D9AA5-352F-4056-BE9C-C9D4F02F3F57}" srcOrd="1" destOrd="0" presId="urn:microsoft.com/office/officeart/2005/8/layout/bProcess3"/>
    <dgm:cxn modelId="{02690954-5371-4ED0-87A3-C7976AABD53A}" type="presOf" srcId="{1A11C1DB-F5C0-4278-B67C-B45C7052AD7B}" destId="{5AA8A7F1-3B3E-415A-8D47-F0AD0D36ADB3}" srcOrd="0" destOrd="0" presId="urn:microsoft.com/office/officeart/2005/8/layout/bProcess3"/>
    <dgm:cxn modelId="{3EB8E659-DCEA-404A-B27B-11F7282B290E}" srcId="{0E2B3CE9-D15A-4D2D-B979-C813C6D1067B}" destId="{20B7840B-0254-487C-BADF-C1C2687F5932}" srcOrd="7" destOrd="0" parTransId="{2F4EC5EF-D908-4491-AB64-33DD1CD16611}" sibTransId="{0CE39A96-4523-41F5-9DC4-E3312ECC22A6}"/>
    <dgm:cxn modelId="{F069AB5A-38F5-44EC-B8B8-C50D2B92A803}" srcId="{0E2B3CE9-D15A-4D2D-B979-C813C6D1067B}" destId="{1A11C1DB-F5C0-4278-B67C-B45C7052AD7B}" srcOrd="5" destOrd="0" parTransId="{9BC6EA3E-0C94-4817-BE48-AF57E4E31D67}" sibTransId="{892E45FF-991B-4FF7-8D88-A28FABEC116B}"/>
    <dgm:cxn modelId="{C6A97C83-7CEA-4F5F-BB17-D3BC0DA4743E}" srcId="{0E2B3CE9-D15A-4D2D-B979-C813C6D1067B}" destId="{237325C7-BB3D-4A98-AE9C-B7AE1DDEF644}" srcOrd="6" destOrd="0" parTransId="{FAD89F0C-2B08-46C7-A8B4-305C9110C338}" sibTransId="{15FB55A1-81C9-4A20-92C3-9966C1574284}"/>
    <dgm:cxn modelId="{C8F82C87-B503-4142-8EA3-B94911BAECE3}" type="presOf" srcId="{7FD260BA-4EE8-4D09-9904-ADCE889D5E9E}" destId="{B26124AC-9ABB-482F-80CC-40E841C5D9E1}" srcOrd="0" destOrd="0" presId="urn:microsoft.com/office/officeart/2005/8/layout/bProcess3"/>
    <dgm:cxn modelId="{F1A83C8B-9C01-41EE-8484-FFE40520CB03}" type="presOf" srcId="{0CE39A96-4523-41F5-9DC4-E3312ECC22A6}" destId="{8CBCD226-8FF9-4BFF-91F5-445426194E3A}" srcOrd="1" destOrd="0" presId="urn:microsoft.com/office/officeart/2005/8/layout/bProcess3"/>
    <dgm:cxn modelId="{55CF9E92-E2E0-4E65-86CD-E87BEA8C65CD}" type="presOf" srcId="{15FB55A1-81C9-4A20-92C3-9966C1574284}" destId="{79C20779-B21D-44BC-ABA3-281414463B86}" srcOrd="0" destOrd="0" presId="urn:microsoft.com/office/officeart/2005/8/layout/bProcess3"/>
    <dgm:cxn modelId="{C471ED93-1077-4EE7-A83F-6749F4DD4E05}" type="presOf" srcId="{A0F47D04-3C80-4A10-9F82-01282E6A721C}" destId="{24B737A7-844A-4D19-9BD8-9C8801C34BB5}" srcOrd="0" destOrd="0" presId="urn:microsoft.com/office/officeart/2005/8/layout/bProcess3"/>
    <dgm:cxn modelId="{E8124095-4E3D-4F8F-8DCF-F547E6634693}" type="presOf" srcId="{22EC1E9E-D2E0-4C63-B459-406214FCA825}" destId="{51AEE71F-1272-4D30-A256-700FE5DF9AFB}" srcOrd="0" destOrd="0" presId="urn:microsoft.com/office/officeart/2005/8/layout/bProcess3"/>
    <dgm:cxn modelId="{79BE4898-EA60-4379-A108-D876FDEF9763}" srcId="{0E2B3CE9-D15A-4D2D-B979-C813C6D1067B}" destId="{A3A0411D-43F1-4C79-97FB-025455403F72}" srcOrd="8" destOrd="0" parTransId="{C4BBB0E3-078F-4D9E-AF47-E71964BF4D96}" sibTransId="{0E306B56-CC79-4EF4-9670-D5D8009C31DC}"/>
    <dgm:cxn modelId="{B1F3D49B-4FF1-4426-A940-FF4110189332}" type="presOf" srcId="{F329FC02-DC85-4889-A7A0-D345C8BC853F}" destId="{84FB6D96-E492-4E88-9A8E-6546C37A6F29}" srcOrd="0" destOrd="0" presId="urn:microsoft.com/office/officeart/2005/8/layout/bProcess3"/>
    <dgm:cxn modelId="{C4A9A69D-6358-42E2-9036-514C959D1847}" type="presOf" srcId="{892E45FF-991B-4FF7-8D88-A28FABEC116B}" destId="{3EBEE698-A841-4CB1-A434-7EE0F1A6C0C4}" srcOrd="0" destOrd="0" presId="urn:microsoft.com/office/officeart/2005/8/layout/bProcess3"/>
    <dgm:cxn modelId="{15224D9E-6808-4C46-9E90-8C4E9568F786}" type="presOf" srcId="{A3A0411D-43F1-4C79-97FB-025455403F72}" destId="{994F0381-1D45-4997-A1A8-80FA0029B509}" srcOrd="0" destOrd="0" presId="urn:microsoft.com/office/officeart/2005/8/layout/bProcess3"/>
    <dgm:cxn modelId="{1C3242AA-3124-4978-BA06-6486867CA12B}" type="presOf" srcId="{CD3C65C5-19C2-43C1-AF69-B53B398C01AC}" destId="{7A184A81-C317-4025-AC17-48787DCF9DCC}" srcOrd="0" destOrd="0" presId="urn:microsoft.com/office/officeart/2005/8/layout/bProcess3"/>
    <dgm:cxn modelId="{A24787AD-CBDB-4152-95F1-B178A35CCBB4}" type="presOf" srcId="{FD82D8CA-AF52-4A5A-B07E-0C6AA67A3A59}" destId="{A8E924A5-D990-4165-9EB3-9385E9E400E9}" srcOrd="0" destOrd="0" presId="urn:microsoft.com/office/officeart/2005/8/layout/bProcess3"/>
    <dgm:cxn modelId="{691AE4B1-8652-466F-8E64-8BC1880DB013}" type="presOf" srcId="{594ED109-ABCB-40B9-B26A-6DCCD42D3923}" destId="{C2F188D0-D223-493F-B97A-8D7A6875F2E8}" srcOrd="0" destOrd="0" presId="urn:microsoft.com/office/officeart/2005/8/layout/bProcess3"/>
    <dgm:cxn modelId="{2EEA1DB2-D5B3-450E-AADC-1C0B56BB86CE}" srcId="{0E2B3CE9-D15A-4D2D-B979-C813C6D1067B}" destId="{22EC1E9E-D2E0-4C63-B459-406214FCA825}" srcOrd="1" destOrd="0" parTransId="{FEA71A22-3AF5-4CC1-AB95-3CDD98BFCD35}" sibTransId="{B49EEDD6-2445-4802-A0F1-ECF517AB2942}"/>
    <dgm:cxn modelId="{6617A8C1-2AB9-47E2-9C43-80BA879CE617}" srcId="{0E2B3CE9-D15A-4D2D-B979-C813C6D1067B}" destId="{7FD260BA-4EE8-4D09-9904-ADCE889D5E9E}" srcOrd="0" destOrd="0" parTransId="{9914D241-3E8C-4A96-B939-51E41B3F9739}" sibTransId="{3EB5807D-621A-4716-B8F8-12EEF77668C5}"/>
    <dgm:cxn modelId="{DF9423C2-8E76-4A74-9FF6-B3E075EDF948}" type="presOf" srcId="{0E306B56-CC79-4EF4-9670-D5D8009C31DC}" destId="{D4225F60-F6D9-4E19-B05E-99914A860534}" srcOrd="1" destOrd="0" presId="urn:microsoft.com/office/officeart/2005/8/layout/bProcess3"/>
    <dgm:cxn modelId="{163EC8DB-0383-413E-B4DE-7070E3F87420}" type="presOf" srcId="{892E45FF-991B-4FF7-8D88-A28FABEC116B}" destId="{CC9090CC-9506-49FC-A686-5C6CAEA8B09D}" srcOrd="1" destOrd="0" presId="urn:microsoft.com/office/officeart/2005/8/layout/bProcess3"/>
    <dgm:cxn modelId="{C11805EC-A0C7-4559-A5C0-3898DC86B091}" type="presOf" srcId="{3EB5807D-621A-4716-B8F8-12EEF77668C5}" destId="{9528014E-72A3-4CBC-B592-080D1C30736C}" srcOrd="0" destOrd="0" presId="urn:microsoft.com/office/officeart/2005/8/layout/bProcess3"/>
    <dgm:cxn modelId="{1B4AD4F1-CCA3-438B-9CD2-E65FD3CC9560}" srcId="{0E2B3CE9-D15A-4D2D-B979-C813C6D1067B}" destId="{5E464996-C19E-44E1-B170-A9E706CBDE66}" srcOrd="2" destOrd="0" parTransId="{846351FC-FEF1-4AB9-A600-6CB954A2A210}" sibTransId="{A0F47D04-3C80-4A10-9F82-01282E6A721C}"/>
    <dgm:cxn modelId="{DE7DE0F5-0F1C-41F2-AE33-9F5758636A59}" type="presOf" srcId="{5E464996-C19E-44E1-B170-A9E706CBDE66}" destId="{5CB65531-D5E0-4ACD-B225-33654942A766}" srcOrd="0" destOrd="0" presId="urn:microsoft.com/office/officeart/2005/8/layout/bProcess3"/>
    <dgm:cxn modelId="{167393F6-B3FB-4653-92A9-046ABE9307AE}" type="presOf" srcId="{16717FEB-AB73-4828-9F95-C4C8FE2C59D0}" destId="{68E7C9EE-81E3-455A-8B9B-B32F3D7D4789}" srcOrd="0" destOrd="0" presId="urn:microsoft.com/office/officeart/2005/8/layout/bProcess3"/>
    <dgm:cxn modelId="{CECF23FE-B0C0-4123-9B75-AC2941BD3E9D}" type="presOf" srcId="{15FB55A1-81C9-4A20-92C3-9966C1574284}" destId="{D7AB6B19-C453-47A2-A1D7-048913FE98A7}" srcOrd="1" destOrd="0" presId="urn:microsoft.com/office/officeart/2005/8/layout/bProcess3"/>
    <dgm:cxn modelId="{7DC110AC-DD33-4067-B3CF-C006A515246E}" type="presParOf" srcId="{F0F9FCBE-9845-4C2D-98F7-1B6275A7B72B}" destId="{B26124AC-9ABB-482F-80CC-40E841C5D9E1}" srcOrd="0" destOrd="0" presId="urn:microsoft.com/office/officeart/2005/8/layout/bProcess3"/>
    <dgm:cxn modelId="{BFBFE87C-9746-4017-982A-A8EFF82AFE9A}" type="presParOf" srcId="{F0F9FCBE-9845-4C2D-98F7-1B6275A7B72B}" destId="{9528014E-72A3-4CBC-B592-080D1C30736C}" srcOrd="1" destOrd="0" presId="urn:microsoft.com/office/officeart/2005/8/layout/bProcess3"/>
    <dgm:cxn modelId="{4369594D-8669-4716-BBC7-82673B43FEF1}" type="presParOf" srcId="{9528014E-72A3-4CBC-B592-080D1C30736C}" destId="{691F98CA-921E-4947-8F42-A85EC56A7366}" srcOrd="0" destOrd="0" presId="urn:microsoft.com/office/officeart/2005/8/layout/bProcess3"/>
    <dgm:cxn modelId="{DC8B8355-9F63-413A-BA3A-C6C46AC0940E}" type="presParOf" srcId="{F0F9FCBE-9845-4C2D-98F7-1B6275A7B72B}" destId="{51AEE71F-1272-4D30-A256-700FE5DF9AFB}" srcOrd="2" destOrd="0" presId="urn:microsoft.com/office/officeart/2005/8/layout/bProcess3"/>
    <dgm:cxn modelId="{AD2EDD3D-AF25-46A3-99B4-229322F1F890}" type="presParOf" srcId="{F0F9FCBE-9845-4C2D-98F7-1B6275A7B72B}" destId="{6CF4FDFB-ED3B-4072-9332-CD5BEF46D8C8}" srcOrd="3" destOrd="0" presId="urn:microsoft.com/office/officeart/2005/8/layout/bProcess3"/>
    <dgm:cxn modelId="{87AE5C93-A7A6-47EE-B920-0FDF9C300260}" type="presParOf" srcId="{6CF4FDFB-ED3B-4072-9332-CD5BEF46D8C8}" destId="{2D5C2CF7-4FE5-40A6-B33D-4A178384B267}" srcOrd="0" destOrd="0" presId="urn:microsoft.com/office/officeart/2005/8/layout/bProcess3"/>
    <dgm:cxn modelId="{FD1E5827-94D2-4B56-951B-E97F74375E33}" type="presParOf" srcId="{F0F9FCBE-9845-4C2D-98F7-1B6275A7B72B}" destId="{5CB65531-D5E0-4ACD-B225-33654942A766}" srcOrd="4" destOrd="0" presId="urn:microsoft.com/office/officeart/2005/8/layout/bProcess3"/>
    <dgm:cxn modelId="{9A63B368-DFE8-4F1A-BF58-DE1BDACEB2A4}" type="presParOf" srcId="{F0F9FCBE-9845-4C2D-98F7-1B6275A7B72B}" destId="{24B737A7-844A-4D19-9BD8-9C8801C34BB5}" srcOrd="5" destOrd="0" presId="urn:microsoft.com/office/officeart/2005/8/layout/bProcess3"/>
    <dgm:cxn modelId="{53DA18E4-5551-4465-BDD5-6117F7E8EEE0}" type="presParOf" srcId="{24B737A7-844A-4D19-9BD8-9C8801C34BB5}" destId="{7B0D9AA5-352F-4056-BE9C-C9D4F02F3F57}" srcOrd="0" destOrd="0" presId="urn:microsoft.com/office/officeart/2005/8/layout/bProcess3"/>
    <dgm:cxn modelId="{90E4984A-2F59-406B-A57C-BCBF3123CF70}" type="presParOf" srcId="{F0F9FCBE-9845-4C2D-98F7-1B6275A7B72B}" destId="{2F9C3423-64DF-4095-BBB2-16F9EABDA413}" srcOrd="6" destOrd="0" presId="urn:microsoft.com/office/officeart/2005/8/layout/bProcess3"/>
    <dgm:cxn modelId="{C4213D4F-D2E0-46F2-8C21-C3002E61D0A2}" type="presParOf" srcId="{F0F9FCBE-9845-4C2D-98F7-1B6275A7B72B}" destId="{A8E924A5-D990-4165-9EB3-9385E9E400E9}" srcOrd="7" destOrd="0" presId="urn:microsoft.com/office/officeart/2005/8/layout/bProcess3"/>
    <dgm:cxn modelId="{51D70D84-2718-4B3E-8C5C-4E503FA55A27}" type="presParOf" srcId="{A8E924A5-D990-4165-9EB3-9385E9E400E9}" destId="{0C21FC9A-F132-488F-8907-BF426BBCEBA0}" srcOrd="0" destOrd="0" presId="urn:microsoft.com/office/officeart/2005/8/layout/bProcess3"/>
    <dgm:cxn modelId="{271585C1-ED6C-4069-90F7-03457BBA0785}" type="presParOf" srcId="{F0F9FCBE-9845-4C2D-98F7-1B6275A7B72B}" destId="{68E7C9EE-81E3-455A-8B9B-B32F3D7D4789}" srcOrd="8" destOrd="0" presId="urn:microsoft.com/office/officeart/2005/8/layout/bProcess3"/>
    <dgm:cxn modelId="{91BE0071-894C-47FF-A2E1-9E76FCEC00EC}" type="presParOf" srcId="{F0F9FCBE-9845-4C2D-98F7-1B6275A7B72B}" destId="{C2F188D0-D223-493F-B97A-8D7A6875F2E8}" srcOrd="9" destOrd="0" presId="urn:microsoft.com/office/officeart/2005/8/layout/bProcess3"/>
    <dgm:cxn modelId="{A1A81DDF-EC4F-48A9-B042-9C6143D06A80}" type="presParOf" srcId="{C2F188D0-D223-493F-B97A-8D7A6875F2E8}" destId="{7511556D-D0DB-4123-878D-686C4C1FBB4D}" srcOrd="0" destOrd="0" presId="urn:microsoft.com/office/officeart/2005/8/layout/bProcess3"/>
    <dgm:cxn modelId="{377A997E-1E1A-4F8A-99CF-71A8470790CC}" type="presParOf" srcId="{F0F9FCBE-9845-4C2D-98F7-1B6275A7B72B}" destId="{5AA8A7F1-3B3E-415A-8D47-F0AD0D36ADB3}" srcOrd="10" destOrd="0" presId="urn:microsoft.com/office/officeart/2005/8/layout/bProcess3"/>
    <dgm:cxn modelId="{7AEFCC84-887C-40DD-BF4A-72E18459264F}" type="presParOf" srcId="{F0F9FCBE-9845-4C2D-98F7-1B6275A7B72B}" destId="{3EBEE698-A841-4CB1-A434-7EE0F1A6C0C4}" srcOrd="11" destOrd="0" presId="urn:microsoft.com/office/officeart/2005/8/layout/bProcess3"/>
    <dgm:cxn modelId="{E6F1477D-191C-4B0C-BF39-F971F149CFED}" type="presParOf" srcId="{3EBEE698-A841-4CB1-A434-7EE0F1A6C0C4}" destId="{CC9090CC-9506-49FC-A686-5C6CAEA8B09D}" srcOrd="0" destOrd="0" presId="urn:microsoft.com/office/officeart/2005/8/layout/bProcess3"/>
    <dgm:cxn modelId="{3AF724CD-C47D-468F-9202-AAF6C96F2DA1}" type="presParOf" srcId="{F0F9FCBE-9845-4C2D-98F7-1B6275A7B72B}" destId="{6C4F884F-E282-42E1-AFEE-01376879BB4F}" srcOrd="12" destOrd="0" presId="urn:microsoft.com/office/officeart/2005/8/layout/bProcess3"/>
    <dgm:cxn modelId="{AD1B0E04-B2E1-435D-977A-2AD36EE01830}" type="presParOf" srcId="{F0F9FCBE-9845-4C2D-98F7-1B6275A7B72B}" destId="{79C20779-B21D-44BC-ABA3-281414463B86}" srcOrd="13" destOrd="0" presId="urn:microsoft.com/office/officeart/2005/8/layout/bProcess3"/>
    <dgm:cxn modelId="{1CF7B0BF-A70C-4B81-9876-64412C62E154}" type="presParOf" srcId="{79C20779-B21D-44BC-ABA3-281414463B86}" destId="{D7AB6B19-C453-47A2-A1D7-048913FE98A7}" srcOrd="0" destOrd="0" presId="urn:microsoft.com/office/officeart/2005/8/layout/bProcess3"/>
    <dgm:cxn modelId="{94523B2C-18D3-48F0-8B01-4548998BDF29}" type="presParOf" srcId="{F0F9FCBE-9845-4C2D-98F7-1B6275A7B72B}" destId="{912FABD9-52B5-4B71-A2B0-2DE5710F4D87}" srcOrd="14" destOrd="0" presId="urn:microsoft.com/office/officeart/2005/8/layout/bProcess3"/>
    <dgm:cxn modelId="{163236E2-5FB8-4C45-8D1C-AE4843C5CFCF}" type="presParOf" srcId="{F0F9FCBE-9845-4C2D-98F7-1B6275A7B72B}" destId="{18890522-2444-428D-AEE5-6CD522C709F7}" srcOrd="15" destOrd="0" presId="urn:microsoft.com/office/officeart/2005/8/layout/bProcess3"/>
    <dgm:cxn modelId="{F09B9019-1D5B-49B8-ABF7-0D10BAF3235F}" type="presParOf" srcId="{18890522-2444-428D-AEE5-6CD522C709F7}" destId="{8CBCD226-8FF9-4BFF-91F5-445426194E3A}" srcOrd="0" destOrd="0" presId="urn:microsoft.com/office/officeart/2005/8/layout/bProcess3"/>
    <dgm:cxn modelId="{46637ED8-0451-475F-BA7C-0B79CC2D08D0}" type="presParOf" srcId="{F0F9FCBE-9845-4C2D-98F7-1B6275A7B72B}" destId="{994F0381-1D45-4997-A1A8-80FA0029B509}" srcOrd="16" destOrd="0" presId="urn:microsoft.com/office/officeart/2005/8/layout/bProcess3"/>
    <dgm:cxn modelId="{84C1C62C-F017-46A8-83A5-372F1A21B833}" type="presParOf" srcId="{F0F9FCBE-9845-4C2D-98F7-1B6275A7B72B}" destId="{F275DAA0-6A41-4978-8417-BF859176BA71}" srcOrd="17" destOrd="0" presId="urn:microsoft.com/office/officeart/2005/8/layout/bProcess3"/>
    <dgm:cxn modelId="{95046549-1D0E-4F69-ADAF-4BDCAE7368A0}" type="presParOf" srcId="{F275DAA0-6A41-4978-8417-BF859176BA71}" destId="{D4225F60-F6D9-4E19-B05E-99914A860534}" srcOrd="0" destOrd="0" presId="urn:microsoft.com/office/officeart/2005/8/layout/bProcess3"/>
    <dgm:cxn modelId="{7B88C787-8AC6-463D-8936-BE423570B6EE}" type="presParOf" srcId="{F0F9FCBE-9845-4C2D-98F7-1B6275A7B72B}" destId="{84FB6D96-E492-4E88-9A8E-6546C37A6F29}" srcOrd="18" destOrd="0" presId="urn:microsoft.com/office/officeart/2005/8/layout/bProcess3"/>
    <dgm:cxn modelId="{6405AA2E-6B8B-477D-A0F5-CC737AC25CE4}" type="presParOf" srcId="{F0F9FCBE-9845-4C2D-98F7-1B6275A7B72B}" destId="{C6C4C4FB-60AF-46BF-AABB-696CB2185030}" srcOrd="19" destOrd="0" presId="urn:microsoft.com/office/officeart/2005/8/layout/bProcess3"/>
    <dgm:cxn modelId="{5F34BB9E-B81D-4C08-82AC-65B019CD1117}" type="presParOf" srcId="{C6C4C4FB-60AF-46BF-AABB-696CB2185030}" destId="{D8AE0D04-540A-49CF-8F6F-330F315610C6}" srcOrd="0" destOrd="0" presId="urn:microsoft.com/office/officeart/2005/8/layout/bProcess3"/>
    <dgm:cxn modelId="{B9107336-11CD-4A7D-9009-0CB1B8BE28B7}" type="presParOf" srcId="{F0F9FCBE-9845-4C2D-98F7-1B6275A7B72B}" destId="{7A184A81-C317-4025-AC17-48787DCF9DCC}" srcOrd="2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C54353-129A-4FB0-B05F-261D9A4C99C2}"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GB"/>
        </a:p>
      </dgm:t>
    </dgm:pt>
    <dgm:pt modelId="{09957BA0-70C7-469A-8714-A9C46CF8F867}">
      <dgm:prSet/>
      <dgm:spPr/>
      <dgm:t>
        <a:bodyPr/>
        <a:lstStyle/>
        <a:p>
          <a:r>
            <a:rPr lang="en-US" dirty="0"/>
            <a:t>Downloads</a:t>
          </a:r>
          <a:endParaRPr lang="en-GB" dirty="0"/>
        </a:p>
      </dgm:t>
    </dgm:pt>
    <dgm:pt modelId="{B74A845A-9DAA-4A64-AFF9-F8E2E2CEA7AE}" type="parTrans" cxnId="{9EC2CED3-F34B-48A3-A9E6-E5B1ACB3205E}">
      <dgm:prSet/>
      <dgm:spPr/>
      <dgm:t>
        <a:bodyPr/>
        <a:lstStyle/>
        <a:p>
          <a:endParaRPr lang="en-GB"/>
        </a:p>
      </dgm:t>
    </dgm:pt>
    <dgm:pt modelId="{59C7BABA-42A9-4A10-AD83-01B3FFC69E94}" type="sibTrans" cxnId="{9EC2CED3-F34B-48A3-A9E6-E5B1ACB3205E}">
      <dgm:prSet/>
      <dgm:spPr/>
      <dgm:t>
        <a:bodyPr/>
        <a:lstStyle/>
        <a:p>
          <a:endParaRPr lang="en-GB"/>
        </a:p>
      </dgm:t>
    </dgm:pt>
    <dgm:pt modelId="{916118F3-8288-4754-8F44-9C89C69BA9F6}">
      <dgm:prSet/>
      <dgm:spPr/>
      <dgm:t>
        <a:bodyPr/>
        <a:lstStyle/>
        <a:p>
          <a:r>
            <a:rPr lang="en-US" dirty="0"/>
            <a:t>Citations</a:t>
          </a:r>
          <a:endParaRPr lang="en-GB" dirty="0"/>
        </a:p>
      </dgm:t>
    </dgm:pt>
    <dgm:pt modelId="{67F427BD-49B6-4821-9B28-16A61D9682D6}" type="parTrans" cxnId="{FB39CC12-5881-4D94-985F-A4A51A8BECA7}">
      <dgm:prSet/>
      <dgm:spPr/>
      <dgm:t>
        <a:bodyPr/>
        <a:lstStyle/>
        <a:p>
          <a:endParaRPr lang="en-GB"/>
        </a:p>
      </dgm:t>
    </dgm:pt>
    <dgm:pt modelId="{7451A3D9-9744-420F-A32B-29780A89F2FB}" type="sibTrans" cxnId="{FB39CC12-5881-4D94-985F-A4A51A8BECA7}">
      <dgm:prSet/>
      <dgm:spPr/>
      <dgm:t>
        <a:bodyPr/>
        <a:lstStyle/>
        <a:p>
          <a:endParaRPr lang="en-GB"/>
        </a:p>
      </dgm:t>
    </dgm:pt>
    <dgm:pt modelId="{34F0FA12-289B-4974-9EDF-BF142A248C26}">
      <dgm:prSet/>
      <dgm:spPr/>
      <dgm:t>
        <a:bodyPr/>
        <a:lstStyle/>
        <a:p>
          <a:r>
            <a:rPr lang="en-US" dirty="0"/>
            <a:t>Readership</a:t>
          </a:r>
          <a:endParaRPr lang="en-GB" dirty="0"/>
        </a:p>
      </dgm:t>
    </dgm:pt>
    <dgm:pt modelId="{E1D3046D-2B08-48FA-9EDC-7FC23155C5C2}" type="parTrans" cxnId="{FA58FCCC-3931-4057-9AD8-B497CB69EDFE}">
      <dgm:prSet/>
      <dgm:spPr/>
      <dgm:t>
        <a:bodyPr/>
        <a:lstStyle/>
        <a:p>
          <a:endParaRPr lang="en-GB"/>
        </a:p>
      </dgm:t>
    </dgm:pt>
    <dgm:pt modelId="{9B80EF81-8248-48CA-B239-F668AC65E8BB}" type="sibTrans" cxnId="{FA58FCCC-3931-4057-9AD8-B497CB69EDFE}">
      <dgm:prSet/>
      <dgm:spPr/>
      <dgm:t>
        <a:bodyPr/>
        <a:lstStyle/>
        <a:p>
          <a:endParaRPr lang="en-GB"/>
        </a:p>
      </dgm:t>
    </dgm:pt>
    <dgm:pt modelId="{ADEC296A-1AE3-4EDD-9EB2-D43A1E053011}">
      <dgm:prSet/>
      <dgm:spPr/>
      <dgm:t>
        <a:bodyPr/>
        <a:lstStyle/>
        <a:p>
          <a:r>
            <a:rPr lang="en-US" dirty="0"/>
            <a:t>International collaboration</a:t>
          </a:r>
          <a:endParaRPr lang="en-GB" dirty="0"/>
        </a:p>
      </dgm:t>
    </dgm:pt>
    <dgm:pt modelId="{3F897FBE-A6F4-4FDB-8588-C52061410BCC}" type="parTrans" cxnId="{D5541742-7312-47CF-BE60-11880AA37F93}">
      <dgm:prSet/>
      <dgm:spPr/>
      <dgm:t>
        <a:bodyPr/>
        <a:lstStyle/>
        <a:p>
          <a:endParaRPr lang="en-GB"/>
        </a:p>
      </dgm:t>
    </dgm:pt>
    <dgm:pt modelId="{A2AEA42C-7BE2-44AF-8AE6-0513B1AAC1A2}" type="sibTrans" cxnId="{D5541742-7312-47CF-BE60-11880AA37F93}">
      <dgm:prSet/>
      <dgm:spPr/>
      <dgm:t>
        <a:bodyPr/>
        <a:lstStyle/>
        <a:p>
          <a:endParaRPr lang="en-GB"/>
        </a:p>
      </dgm:t>
    </dgm:pt>
    <dgm:pt modelId="{00945C7C-F34B-4D0E-AAEB-ED2E6D67CD0E}">
      <dgm:prSet/>
      <dgm:spPr/>
      <dgm:t>
        <a:bodyPr/>
        <a:lstStyle/>
        <a:p>
          <a:r>
            <a:rPr lang="en-US" dirty="0"/>
            <a:t>Interdisciplinary engagement</a:t>
          </a:r>
          <a:endParaRPr lang="en-GB" dirty="0"/>
        </a:p>
      </dgm:t>
    </dgm:pt>
    <dgm:pt modelId="{DDF30F1D-864B-4450-977F-F8F2B28726DA}" type="parTrans" cxnId="{3A3C3E39-5814-4FD9-95A7-AAD0F8C6165F}">
      <dgm:prSet/>
      <dgm:spPr/>
      <dgm:t>
        <a:bodyPr/>
        <a:lstStyle/>
        <a:p>
          <a:endParaRPr lang="en-GB"/>
        </a:p>
      </dgm:t>
    </dgm:pt>
    <dgm:pt modelId="{450997FC-3EBA-4489-A8FB-4AFA10D3E43B}" type="sibTrans" cxnId="{3A3C3E39-5814-4FD9-95A7-AAD0F8C6165F}">
      <dgm:prSet/>
      <dgm:spPr/>
      <dgm:t>
        <a:bodyPr/>
        <a:lstStyle/>
        <a:p>
          <a:endParaRPr lang="en-GB"/>
        </a:p>
      </dgm:t>
    </dgm:pt>
    <dgm:pt modelId="{E0300C84-D676-4BC1-B100-C41ADB39996D}">
      <dgm:prSet/>
      <dgm:spPr/>
      <dgm:t>
        <a:bodyPr/>
        <a:lstStyle/>
        <a:p>
          <a:pPr>
            <a:buFont typeface="Arial" panose="020B0604020202020204" pitchFamily="34" charset="0"/>
            <a:buNone/>
          </a:pPr>
          <a:r>
            <a:rPr lang="en-US" dirty="0"/>
            <a:t>Chapters in OA books are 7 times more downloaded than non-OA books</a:t>
          </a:r>
          <a:endParaRPr lang="en-GB" dirty="0"/>
        </a:p>
      </dgm:t>
    </dgm:pt>
    <dgm:pt modelId="{1E5FA082-9AD2-4FD9-BCC9-75669C8CF197}" type="parTrans" cxnId="{C3FEC021-ECFF-44AB-B98E-736E1FD9CF1A}">
      <dgm:prSet/>
      <dgm:spPr/>
      <dgm:t>
        <a:bodyPr/>
        <a:lstStyle/>
        <a:p>
          <a:endParaRPr lang="en-GB"/>
        </a:p>
      </dgm:t>
    </dgm:pt>
    <dgm:pt modelId="{378332BF-0B01-4262-9D3E-511D98CEBC6E}" type="sibTrans" cxnId="{C3FEC021-ECFF-44AB-B98E-736E1FD9CF1A}">
      <dgm:prSet/>
      <dgm:spPr/>
      <dgm:t>
        <a:bodyPr/>
        <a:lstStyle/>
        <a:p>
          <a:endParaRPr lang="en-GB"/>
        </a:p>
      </dgm:t>
    </dgm:pt>
    <dgm:pt modelId="{CDDBCC08-53EA-487C-9C93-E03681F24B18}">
      <dgm:prSet/>
      <dgm:spPr/>
      <dgm:t>
        <a:bodyPr/>
        <a:lstStyle/>
        <a:p>
          <a:pPr>
            <a:buNone/>
          </a:pPr>
          <a:r>
            <a:rPr lang="en-US" dirty="0"/>
            <a:t>OA books are cited 1.5 times more than non-OA books</a:t>
          </a:r>
          <a:endParaRPr lang="en-GB" dirty="0"/>
        </a:p>
      </dgm:t>
    </dgm:pt>
    <dgm:pt modelId="{4DB69D05-0920-4571-9A58-7DE6C80ED5E8}" type="parTrans" cxnId="{162D5E40-D365-48CD-90D5-58DAFA28A449}">
      <dgm:prSet/>
      <dgm:spPr/>
      <dgm:t>
        <a:bodyPr/>
        <a:lstStyle/>
        <a:p>
          <a:endParaRPr lang="en-GB"/>
        </a:p>
      </dgm:t>
    </dgm:pt>
    <dgm:pt modelId="{923300DC-A854-44A7-906D-6E83BE089636}" type="sibTrans" cxnId="{162D5E40-D365-48CD-90D5-58DAFA28A449}">
      <dgm:prSet/>
      <dgm:spPr/>
      <dgm:t>
        <a:bodyPr/>
        <a:lstStyle/>
        <a:p>
          <a:endParaRPr lang="en-GB"/>
        </a:p>
      </dgm:t>
    </dgm:pt>
    <dgm:pt modelId="{AEFF6662-273A-4E95-8553-84CC43B2F142}">
      <dgm:prSet/>
      <dgm:spPr/>
      <dgm:t>
        <a:bodyPr/>
        <a:lstStyle/>
        <a:p>
          <a:pPr>
            <a:buNone/>
          </a:pPr>
          <a:r>
            <a:rPr lang="en-US" dirty="0"/>
            <a:t>OA books have approximately twice as many nationally diverse readerships as non-OA books</a:t>
          </a:r>
          <a:endParaRPr lang="en-GB" dirty="0"/>
        </a:p>
      </dgm:t>
    </dgm:pt>
    <dgm:pt modelId="{697FB3CB-DB19-43D7-9116-61F4C3AFB968}" type="parTrans" cxnId="{27E36D8F-FBD4-401E-9639-984F93F2019D}">
      <dgm:prSet/>
      <dgm:spPr/>
      <dgm:t>
        <a:bodyPr/>
        <a:lstStyle/>
        <a:p>
          <a:endParaRPr lang="en-GB"/>
        </a:p>
      </dgm:t>
    </dgm:pt>
    <dgm:pt modelId="{9E570104-E001-44DD-801D-7211D478F7F2}" type="sibTrans" cxnId="{27E36D8F-FBD4-401E-9639-984F93F2019D}">
      <dgm:prSet/>
      <dgm:spPr/>
      <dgm:t>
        <a:bodyPr/>
        <a:lstStyle/>
        <a:p>
          <a:endParaRPr lang="en-GB"/>
        </a:p>
      </dgm:t>
    </dgm:pt>
    <dgm:pt modelId="{EFC87842-9B8D-41E1-9D6E-4D39E39D02D9}">
      <dgm:prSet/>
      <dgm:spPr/>
      <dgm:t>
        <a:bodyPr/>
        <a:lstStyle/>
        <a:p>
          <a:pPr>
            <a:buNone/>
          </a:pPr>
          <a:r>
            <a:rPr lang="en-US" dirty="0"/>
            <a:t>You may connect with researchers in unexpected countries and start joint research</a:t>
          </a:r>
          <a:endParaRPr lang="en-GB" dirty="0"/>
        </a:p>
      </dgm:t>
    </dgm:pt>
    <dgm:pt modelId="{0E1A66D6-E0A0-4E56-BD69-CF6226C10B4A}" type="parTrans" cxnId="{E130DCAD-C11A-4FB6-9889-2AB679621287}">
      <dgm:prSet/>
      <dgm:spPr/>
      <dgm:t>
        <a:bodyPr/>
        <a:lstStyle/>
        <a:p>
          <a:endParaRPr lang="en-GB"/>
        </a:p>
      </dgm:t>
    </dgm:pt>
    <dgm:pt modelId="{3058BE2B-354B-49B2-96C0-A858D4D770BC}" type="sibTrans" cxnId="{E130DCAD-C11A-4FB6-9889-2AB679621287}">
      <dgm:prSet/>
      <dgm:spPr/>
      <dgm:t>
        <a:bodyPr/>
        <a:lstStyle/>
        <a:p>
          <a:endParaRPr lang="en-GB"/>
        </a:p>
      </dgm:t>
    </dgm:pt>
    <dgm:pt modelId="{B9B37ACF-DFA3-47A6-ADD9-0959397D8FB4}">
      <dgm:prSet/>
      <dgm:spPr/>
      <dgm:t>
        <a:bodyPr/>
        <a:lstStyle/>
        <a:p>
          <a:pPr>
            <a:buNone/>
          </a:pPr>
          <a:r>
            <a:rPr lang="en-US" dirty="0"/>
            <a:t>Researchers who might not otherwise pay for access can read your work and open new routes of collaboration</a:t>
          </a:r>
          <a:endParaRPr lang="en-GB" dirty="0"/>
        </a:p>
      </dgm:t>
    </dgm:pt>
    <dgm:pt modelId="{FA70F62D-023B-4D2F-ACBE-1ED1BE808715}" type="parTrans" cxnId="{CD5F2537-4AA1-46A1-9257-4297A35E9A49}">
      <dgm:prSet/>
      <dgm:spPr/>
      <dgm:t>
        <a:bodyPr/>
        <a:lstStyle/>
        <a:p>
          <a:endParaRPr lang="en-GB"/>
        </a:p>
      </dgm:t>
    </dgm:pt>
    <dgm:pt modelId="{925681BD-0F62-4297-ACC4-75671709945C}" type="sibTrans" cxnId="{CD5F2537-4AA1-46A1-9257-4297A35E9A49}">
      <dgm:prSet/>
      <dgm:spPr/>
      <dgm:t>
        <a:bodyPr/>
        <a:lstStyle/>
        <a:p>
          <a:endParaRPr lang="en-GB"/>
        </a:p>
      </dgm:t>
    </dgm:pt>
    <dgm:pt modelId="{02C62AE4-02F6-407B-9389-B7D9DF267314}" type="pres">
      <dgm:prSet presAssocID="{A2C54353-129A-4FB0-B05F-261D9A4C99C2}" presName="Name0" presStyleCnt="0">
        <dgm:presLayoutVars>
          <dgm:dir/>
          <dgm:animLvl val="lvl"/>
          <dgm:resizeHandles val="exact"/>
        </dgm:presLayoutVars>
      </dgm:prSet>
      <dgm:spPr/>
    </dgm:pt>
    <dgm:pt modelId="{808909C7-6746-4B32-B457-2874055A5FC1}" type="pres">
      <dgm:prSet presAssocID="{09957BA0-70C7-469A-8714-A9C46CF8F867}" presName="linNode" presStyleCnt="0"/>
      <dgm:spPr/>
    </dgm:pt>
    <dgm:pt modelId="{0D70CBBA-D331-440A-A85B-7F2F00EB4341}" type="pres">
      <dgm:prSet presAssocID="{09957BA0-70C7-469A-8714-A9C46CF8F867}" presName="parentText" presStyleLbl="node1" presStyleIdx="0" presStyleCnt="5">
        <dgm:presLayoutVars>
          <dgm:chMax val="1"/>
          <dgm:bulletEnabled val="1"/>
        </dgm:presLayoutVars>
      </dgm:prSet>
      <dgm:spPr/>
    </dgm:pt>
    <dgm:pt modelId="{25B388AA-DEF4-44F7-88A6-A3D4B71CAEDE}" type="pres">
      <dgm:prSet presAssocID="{09957BA0-70C7-469A-8714-A9C46CF8F867}" presName="descendantText" presStyleLbl="alignAccFollowNode1" presStyleIdx="0" presStyleCnt="5">
        <dgm:presLayoutVars>
          <dgm:bulletEnabled val="1"/>
        </dgm:presLayoutVars>
      </dgm:prSet>
      <dgm:spPr/>
    </dgm:pt>
    <dgm:pt modelId="{735B8BCD-C732-41AC-8EBC-44D02B70BBF5}" type="pres">
      <dgm:prSet presAssocID="{59C7BABA-42A9-4A10-AD83-01B3FFC69E94}" presName="sp" presStyleCnt="0"/>
      <dgm:spPr/>
    </dgm:pt>
    <dgm:pt modelId="{D439A721-C490-418F-BED5-90BA6EC6D3CA}" type="pres">
      <dgm:prSet presAssocID="{916118F3-8288-4754-8F44-9C89C69BA9F6}" presName="linNode" presStyleCnt="0"/>
      <dgm:spPr/>
    </dgm:pt>
    <dgm:pt modelId="{81512777-4E67-4884-96B2-FFC330D17283}" type="pres">
      <dgm:prSet presAssocID="{916118F3-8288-4754-8F44-9C89C69BA9F6}" presName="parentText" presStyleLbl="node1" presStyleIdx="1" presStyleCnt="5">
        <dgm:presLayoutVars>
          <dgm:chMax val="1"/>
          <dgm:bulletEnabled val="1"/>
        </dgm:presLayoutVars>
      </dgm:prSet>
      <dgm:spPr/>
    </dgm:pt>
    <dgm:pt modelId="{E9AC2E30-17B3-4D5E-9DF1-F697AC21C117}" type="pres">
      <dgm:prSet presAssocID="{916118F3-8288-4754-8F44-9C89C69BA9F6}" presName="descendantText" presStyleLbl="alignAccFollowNode1" presStyleIdx="1" presStyleCnt="5">
        <dgm:presLayoutVars>
          <dgm:bulletEnabled val="1"/>
        </dgm:presLayoutVars>
      </dgm:prSet>
      <dgm:spPr/>
    </dgm:pt>
    <dgm:pt modelId="{D0AA972B-B9F8-44F2-B6FC-4BC437DFFEF8}" type="pres">
      <dgm:prSet presAssocID="{7451A3D9-9744-420F-A32B-29780A89F2FB}" presName="sp" presStyleCnt="0"/>
      <dgm:spPr/>
    </dgm:pt>
    <dgm:pt modelId="{12B300F0-3151-4C8E-88D3-781D7E64E628}" type="pres">
      <dgm:prSet presAssocID="{34F0FA12-289B-4974-9EDF-BF142A248C26}" presName="linNode" presStyleCnt="0"/>
      <dgm:spPr/>
    </dgm:pt>
    <dgm:pt modelId="{E1F75891-B7E9-4CA8-8482-E4EA59D6A015}" type="pres">
      <dgm:prSet presAssocID="{34F0FA12-289B-4974-9EDF-BF142A248C26}" presName="parentText" presStyleLbl="node1" presStyleIdx="2" presStyleCnt="5">
        <dgm:presLayoutVars>
          <dgm:chMax val="1"/>
          <dgm:bulletEnabled val="1"/>
        </dgm:presLayoutVars>
      </dgm:prSet>
      <dgm:spPr/>
    </dgm:pt>
    <dgm:pt modelId="{3001D60B-65D6-4034-9364-99F0CE124E2F}" type="pres">
      <dgm:prSet presAssocID="{34F0FA12-289B-4974-9EDF-BF142A248C26}" presName="descendantText" presStyleLbl="alignAccFollowNode1" presStyleIdx="2" presStyleCnt="5">
        <dgm:presLayoutVars>
          <dgm:bulletEnabled val="1"/>
        </dgm:presLayoutVars>
      </dgm:prSet>
      <dgm:spPr/>
    </dgm:pt>
    <dgm:pt modelId="{EF0879E4-A390-4BCF-B3D9-8A803EC1B72D}" type="pres">
      <dgm:prSet presAssocID="{9B80EF81-8248-48CA-B239-F668AC65E8BB}" presName="sp" presStyleCnt="0"/>
      <dgm:spPr/>
    </dgm:pt>
    <dgm:pt modelId="{8A993FDD-12BA-4FA6-A34F-A371285E58EC}" type="pres">
      <dgm:prSet presAssocID="{ADEC296A-1AE3-4EDD-9EB2-D43A1E053011}" presName="linNode" presStyleCnt="0"/>
      <dgm:spPr/>
    </dgm:pt>
    <dgm:pt modelId="{372CD92A-EF65-4D85-8AC2-09424DA26BA2}" type="pres">
      <dgm:prSet presAssocID="{ADEC296A-1AE3-4EDD-9EB2-D43A1E053011}" presName="parentText" presStyleLbl="node1" presStyleIdx="3" presStyleCnt="5">
        <dgm:presLayoutVars>
          <dgm:chMax val="1"/>
          <dgm:bulletEnabled val="1"/>
        </dgm:presLayoutVars>
      </dgm:prSet>
      <dgm:spPr/>
    </dgm:pt>
    <dgm:pt modelId="{7DB7E4AF-EC63-4CBC-9DCC-2BC87EF24334}" type="pres">
      <dgm:prSet presAssocID="{ADEC296A-1AE3-4EDD-9EB2-D43A1E053011}" presName="descendantText" presStyleLbl="alignAccFollowNode1" presStyleIdx="3" presStyleCnt="5">
        <dgm:presLayoutVars>
          <dgm:bulletEnabled val="1"/>
        </dgm:presLayoutVars>
      </dgm:prSet>
      <dgm:spPr/>
    </dgm:pt>
    <dgm:pt modelId="{A26C6967-EC7D-4B6A-AA6C-6288DC5DB8CB}" type="pres">
      <dgm:prSet presAssocID="{A2AEA42C-7BE2-44AF-8AE6-0513B1AAC1A2}" presName="sp" presStyleCnt="0"/>
      <dgm:spPr/>
    </dgm:pt>
    <dgm:pt modelId="{329DF633-263D-4641-AC1A-39110A4AD506}" type="pres">
      <dgm:prSet presAssocID="{00945C7C-F34B-4D0E-AAEB-ED2E6D67CD0E}" presName="linNode" presStyleCnt="0"/>
      <dgm:spPr/>
    </dgm:pt>
    <dgm:pt modelId="{6E2B91D3-DC88-413D-88B1-03737CCCCBB2}" type="pres">
      <dgm:prSet presAssocID="{00945C7C-F34B-4D0E-AAEB-ED2E6D67CD0E}" presName="parentText" presStyleLbl="node1" presStyleIdx="4" presStyleCnt="5">
        <dgm:presLayoutVars>
          <dgm:chMax val="1"/>
          <dgm:bulletEnabled val="1"/>
        </dgm:presLayoutVars>
      </dgm:prSet>
      <dgm:spPr/>
    </dgm:pt>
    <dgm:pt modelId="{1C019913-A2AE-4F3F-8B9D-E531D765CECC}" type="pres">
      <dgm:prSet presAssocID="{00945C7C-F34B-4D0E-AAEB-ED2E6D67CD0E}" presName="descendantText" presStyleLbl="alignAccFollowNode1" presStyleIdx="4" presStyleCnt="5">
        <dgm:presLayoutVars>
          <dgm:bulletEnabled val="1"/>
        </dgm:presLayoutVars>
      </dgm:prSet>
      <dgm:spPr/>
    </dgm:pt>
  </dgm:ptLst>
  <dgm:cxnLst>
    <dgm:cxn modelId="{FB39CC12-5881-4D94-985F-A4A51A8BECA7}" srcId="{A2C54353-129A-4FB0-B05F-261D9A4C99C2}" destId="{916118F3-8288-4754-8F44-9C89C69BA9F6}" srcOrd="1" destOrd="0" parTransId="{67F427BD-49B6-4821-9B28-16A61D9682D6}" sibTransId="{7451A3D9-9744-420F-A32B-29780A89F2FB}"/>
    <dgm:cxn modelId="{3738E613-8B03-4444-A424-D7C7D98F5102}" type="presOf" srcId="{09957BA0-70C7-469A-8714-A9C46CF8F867}" destId="{0D70CBBA-D331-440A-A85B-7F2F00EB4341}" srcOrd="0" destOrd="0" presId="urn:microsoft.com/office/officeart/2005/8/layout/vList5"/>
    <dgm:cxn modelId="{3CCF2F18-2655-4456-AB16-09F04A46C2E4}" type="presOf" srcId="{916118F3-8288-4754-8F44-9C89C69BA9F6}" destId="{81512777-4E67-4884-96B2-FFC330D17283}" srcOrd="0" destOrd="0" presId="urn:microsoft.com/office/officeart/2005/8/layout/vList5"/>
    <dgm:cxn modelId="{C3FEC021-ECFF-44AB-B98E-736E1FD9CF1A}" srcId="{09957BA0-70C7-469A-8714-A9C46CF8F867}" destId="{E0300C84-D676-4BC1-B100-C41ADB39996D}" srcOrd="0" destOrd="0" parTransId="{1E5FA082-9AD2-4FD9-BCC9-75669C8CF197}" sibTransId="{378332BF-0B01-4262-9D3E-511D98CEBC6E}"/>
    <dgm:cxn modelId="{CD5F2537-4AA1-46A1-9257-4297A35E9A49}" srcId="{00945C7C-F34B-4D0E-AAEB-ED2E6D67CD0E}" destId="{B9B37ACF-DFA3-47A6-ADD9-0959397D8FB4}" srcOrd="0" destOrd="0" parTransId="{FA70F62D-023B-4D2F-ACBE-1ED1BE808715}" sibTransId="{925681BD-0F62-4297-ACC4-75671709945C}"/>
    <dgm:cxn modelId="{3A3C3E39-5814-4FD9-95A7-AAD0F8C6165F}" srcId="{A2C54353-129A-4FB0-B05F-261D9A4C99C2}" destId="{00945C7C-F34B-4D0E-AAEB-ED2E6D67CD0E}" srcOrd="4" destOrd="0" parTransId="{DDF30F1D-864B-4450-977F-F8F2B28726DA}" sibTransId="{450997FC-3EBA-4489-A8FB-4AFA10D3E43B}"/>
    <dgm:cxn modelId="{162D5E40-D365-48CD-90D5-58DAFA28A449}" srcId="{916118F3-8288-4754-8F44-9C89C69BA9F6}" destId="{CDDBCC08-53EA-487C-9C93-E03681F24B18}" srcOrd="0" destOrd="0" parTransId="{4DB69D05-0920-4571-9A58-7DE6C80ED5E8}" sibTransId="{923300DC-A854-44A7-906D-6E83BE089636}"/>
    <dgm:cxn modelId="{D5541742-7312-47CF-BE60-11880AA37F93}" srcId="{A2C54353-129A-4FB0-B05F-261D9A4C99C2}" destId="{ADEC296A-1AE3-4EDD-9EB2-D43A1E053011}" srcOrd="3" destOrd="0" parTransId="{3F897FBE-A6F4-4FDB-8588-C52061410BCC}" sibTransId="{A2AEA42C-7BE2-44AF-8AE6-0513B1AAC1A2}"/>
    <dgm:cxn modelId="{4F3B117A-32F3-44F3-96C1-C05696CBC2AD}" type="presOf" srcId="{A2C54353-129A-4FB0-B05F-261D9A4C99C2}" destId="{02C62AE4-02F6-407B-9389-B7D9DF267314}" srcOrd="0" destOrd="0" presId="urn:microsoft.com/office/officeart/2005/8/layout/vList5"/>
    <dgm:cxn modelId="{9A179E7B-FD60-4840-AD64-CEE168102B35}" type="presOf" srcId="{CDDBCC08-53EA-487C-9C93-E03681F24B18}" destId="{E9AC2E30-17B3-4D5E-9DF1-F697AC21C117}" srcOrd="0" destOrd="0" presId="urn:microsoft.com/office/officeart/2005/8/layout/vList5"/>
    <dgm:cxn modelId="{A564898B-8BF4-45A4-A2AE-993BE1A17E5B}" type="presOf" srcId="{ADEC296A-1AE3-4EDD-9EB2-D43A1E053011}" destId="{372CD92A-EF65-4D85-8AC2-09424DA26BA2}" srcOrd="0" destOrd="0" presId="urn:microsoft.com/office/officeart/2005/8/layout/vList5"/>
    <dgm:cxn modelId="{27E36D8F-FBD4-401E-9639-984F93F2019D}" srcId="{34F0FA12-289B-4974-9EDF-BF142A248C26}" destId="{AEFF6662-273A-4E95-8553-84CC43B2F142}" srcOrd="0" destOrd="0" parTransId="{697FB3CB-DB19-43D7-9116-61F4C3AFB968}" sibTransId="{9E570104-E001-44DD-801D-7211D478F7F2}"/>
    <dgm:cxn modelId="{552E58A4-86FC-4ECC-9678-A54B877E6E2D}" type="presOf" srcId="{00945C7C-F34B-4D0E-AAEB-ED2E6D67CD0E}" destId="{6E2B91D3-DC88-413D-88B1-03737CCCCBB2}" srcOrd="0" destOrd="0" presId="urn:microsoft.com/office/officeart/2005/8/layout/vList5"/>
    <dgm:cxn modelId="{923F24A7-5AAB-4B16-9DE0-0D5C2294A359}" type="presOf" srcId="{34F0FA12-289B-4974-9EDF-BF142A248C26}" destId="{E1F75891-B7E9-4CA8-8482-E4EA59D6A015}" srcOrd="0" destOrd="0" presId="urn:microsoft.com/office/officeart/2005/8/layout/vList5"/>
    <dgm:cxn modelId="{E130DCAD-C11A-4FB6-9889-2AB679621287}" srcId="{ADEC296A-1AE3-4EDD-9EB2-D43A1E053011}" destId="{EFC87842-9B8D-41E1-9D6E-4D39E39D02D9}" srcOrd="0" destOrd="0" parTransId="{0E1A66D6-E0A0-4E56-BD69-CF6226C10B4A}" sibTransId="{3058BE2B-354B-49B2-96C0-A858D4D770BC}"/>
    <dgm:cxn modelId="{5626C8CB-6460-403F-894B-913FD9E36C88}" type="presOf" srcId="{B9B37ACF-DFA3-47A6-ADD9-0959397D8FB4}" destId="{1C019913-A2AE-4F3F-8B9D-E531D765CECC}" srcOrd="0" destOrd="0" presId="urn:microsoft.com/office/officeart/2005/8/layout/vList5"/>
    <dgm:cxn modelId="{FA58FCCC-3931-4057-9AD8-B497CB69EDFE}" srcId="{A2C54353-129A-4FB0-B05F-261D9A4C99C2}" destId="{34F0FA12-289B-4974-9EDF-BF142A248C26}" srcOrd="2" destOrd="0" parTransId="{E1D3046D-2B08-48FA-9EDC-7FC23155C5C2}" sibTransId="{9B80EF81-8248-48CA-B239-F668AC65E8BB}"/>
    <dgm:cxn modelId="{9EC2CED3-F34B-48A3-A9E6-E5B1ACB3205E}" srcId="{A2C54353-129A-4FB0-B05F-261D9A4C99C2}" destId="{09957BA0-70C7-469A-8714-A9C46CF8F867}" srcOrd="0" destOrd="0" parTransId="{B74A845A-9DAA-4A64-AFF9-F8E2E2CEA7AE}" sibTransId="{59C7BABA-42A9-4A10-AD83-01B3FFC69E94}"/>
    <dgm:cxn modelId="{69606BD6-E025-4C5A-AA3C-364D7EED458C}" type="presOf" srcId="{E0300C84-D676-4BC1-B100-C41ADB39996D}" destId="{25B388AA-DEF4-44F7-88A6-A3D4B71CAEDE}" srcOrd="0" destOrd="0" presId="urn:microsoft.com/office/officeart/2005/8/layout/vList5"/>
    <dgm:cxn modelId="{285346DC-A282-4BAF-B1D0-05F2ED15C1A9}" type="presOf" srcId="{AEFF6662-273A-4E95-8553-84CC43B2F142}" destId="{3001D60B-65D6-4034-9364-99F0CE124E2F}" srcOrd="0" destOrd="0" presId="urn:microsoft.com/office/officeart/2005/8/layout/vList5"/>
    <dgm:cxn modelId="{27B9EEED-86F6-46E8-9D00-F94064EF877B}" type="presOf" srcId="{EFC87842-9B8D-41E1-9D6E-4D39E39D02D9}" destId="{7DB7E4AF-EC63-4CBC-9DCC-2BC87EF24334}" srcOrd="0" destOrd="0" presId="urn:microsoft.com/office/officeart/2005/8/layout/vList5"/>
    <dgm:cxn modelId="{601B4530-3B8F-4C32-850F-63F8682E07A5}" type="presParOf" srcId="{02C62AE4-02F6-407B-9389-B7D9DF267314}" destId="{808909C7-6746-4B32-B457-2874055A5FC1}" srcOrd="0" destOrd="0" presId="urn:microsoft.com/office/officeart/2005/8/layout/vList5"/>
    <dgm:cxn modelId="{099EFDA8-D626-4E5F-8FAC-3F96A1C01A9D}" type="presParOf" srcId="{808909C7-6746-4B32-B457-2874055A5FC1}" destId="{0D70CBBA-D331-440A-A85B-7F2F00EB4341}" srcOrd="0" destOrd="0" presId="urn:microsoft.com/office/officeart/2005/8/layout/vList5"/>
    <dgm:cxn modelId="{6027866E-4386-40BC-9DB9-E146616AE6D0}" type="presParOf" srcId="{808909C7-6746-4B32-B457-2874055A5FC1}" destId="{25B388AA-DEF4-44F7-88A6-A3D4B71CAEDE}" srcOrd="1" destOrd="0" presId="urn:microsoft.com/office/officeart/2005/8/layout/vList5"/>
    <dgm:cxn modelId="{818DD178-8EA9-4A05-B163-716AF03B4F69}" type="presParOf" srcId="{02C62AE4-02F6-407B-9389-B7D9DF267314}" destId="{735B8BCD-C732-41AC-8EBC-44D02B70BBF5}" srcOrd="1" destOrd="0" presId="urn:microsoft.com/office/officeart/2005/8/layout/vList5"/>
    <dgm:cxn modelId="{33E132DA-4348-4C9C-B085-FFACE5139865}" type="presParOf" srcId="{02C62AE4-02F6-407B-9389-B7D9DF267314}" destId="{D439A721-C490-418F-BED5-90BA6EC6D3CA}" srcOrd="2" destOrd="0" presId="urn:microsoft.com/office/officeart/2005/8/layout/vList5"/>
    <dgm:cxn modelId="{B00248DB-D43E-4F4E-8B65-CC65DA2EC0F9}" type="presParOf" srcId="{D439A721-C490-418F-BED5-90BA6EC6D3CA}" destId="{81512777-4E67-4884-96B2-FFC330D17283}" srcOrd="0" destOrd="0" presId="urn:microsoft.com/office/officeart/2005/8/layout/vList5"/>
    <dgm:cxn modelId="{CAC1DCC2-52C3-4518-9336-AE14A3A6B966}" type="presParOf" srcId="{D439A721-C490-418F-BED5-90BA6EC6D3CA}" destId="{E9AC2E30-17B3-4D5E-9DF1-F697AC21C117}" srcOrd="1" destOrd="0" presId="urn:microsoft.com/office/officeart/2005/8/layout/vList5"/>
    <dgm:cxn modelId="{30956C25-CD19-4410-8E81-7EC5D45199AC}" type="presParOf" srcId="{02C62AE4-02F6-407B-9389-B7D9DF267314}" destId="{D0AA972B-B9F8-44F2-B6FC-4BC437DFFEF8}" srcOrd="3" destOrd="0" presId="urn:microsoft.com/office/officeart/2005/8/layout/vList5"/>
    <dgm:cxn modelId="{25125B39-286A-4EC6-A8EC-889F231FADED}" type="presParOf" srcId="{02C62AE4-02F6-407B-9389-B7D9DF267314}" destId="{12B300F0-3151-4C8E-88D3-781D7E64E628}" srcOrd="4" destOrd="0" presId="urn:microsoft.com/office/officeart/2005/8/layout/vList5"/>
    <dgm:cxn modelId="{474DB8CA-9875-4D9D-AAD4-FE354EF0084D}" type="presParOf" srcId="{12B300F0-3151-4C8E-88D3-781D7E64E628}" destId="{E1F75891-B7E9-4CA8-8482-E4EA59D6A015}" srcOrd="0" destOrd="0" presId="urn:microsoft.com/office/officeart/2005/8/layout/vList5"/>
    <dgm:cxn modelId="{646353F7-0AEE-4DB4-BB37-5334F6C8BB16}" type="presParOf" srcId="{12B300F0-3151-4C8E-88D3-781D7E64E628}" destId="{3001D60B-65D6-4034-9364-99F0CE124E2F}" srcOrd="1" destOrd="0" presId="urn:microsoft.com/office/officeart/2005/8/layout/vList5"/>
    <dgm:cxn modelId="{D08C63DC-A981-454A-84FA-3AB2750656C6}" type="presParOf" srcId="{02C62AE4-02F6-407B-9389-B7D9DF267314}" destId="{EF0879E4-A390-4BCF-B3D9-8A803EC1B72D}" srcOrd="5" destOrd="0" presId="urn:microsoft.com/office/officeart/2005/8/layout/vList5"/>
    <dgm:cxn modelId="{7435CDB7-8794-4DD5-AE18-0519F391F27B}" type="presParOf" srcId="{02C62AE4-02F6-407B-9389-B7D9DF267314}" destId="{8A993FDD-12BA-4FA6-A34F-A371285E58EC}" srcOrd="6" destOrd="0" presId="urn:microsoft.com/office/officeart/2005/8/layout/vList5"/>
    <dgm:cxn modelId="{27DA4FA3-34E0-4558-AE00-9925A719E939}" type="presParOf" srcId="{8A993FDD-12BA-4FA6-A34F-A371285E58EC}" destId="{372CD92A-EF65-4D85-8AC2-09424DA26BA2}" srcOrd="0" destOrd="0" presId="urn:microsoft.com/office/officeart/2005/8/layout/vList5"/>
    <dgm:cxn modelId="{6A12CB2C-1410-4565-BC85-CC9EFC93C1C0}" type="presParOf" srcId="{8A993FDD-12BA-4FA6-A34F-A371285E58EC}" destId="{7DB7E4AF-EC63-4CBC-9DCC-2BC87EF24334}" srcOrd="1" destOrd="0" presId="urn:microsoft.com/office/officeart/2005/8/layout/vList5"/>
    <dgm:cxn modelId="{2389EC4D-FCA7-47E2-AE55-1105C0ABC9BF}" type="presParOf" srcId="{02C62AE4-02F6-407B-9389-B7D9DF267314}" destId="{A26C6967-EC7D-4B6A-AA6C-6288DC5DB8CB}" srcOrd="7" destOrd="0" presId="urn:microsoft.com/office/officeart/2005/8/layout/vList5"/>
    <dgm:cxn modelId="{7E00BF7A-0A09-459C-9BE2-4290E1AA14B9}" type="presParOf" srcId="{02C62AE4-02F6-407B-9389-B7D9DF267314}" destId="{329DF633-263D-4641-AC1A-39110A4AD506}" srcOrd="8" destOrd="0" presId="urn:microsoft.com/office/officeart/2005/8/layout/vList5"/>
    <dgm:cxn modelId="{7E758A37-92ED-45DC-8D10-0E041F1C14CE}" type="presParOf" srcId="{329DF633-263D-4641-AC1A-39110A4AD506}" destId="{6E2B91D3-DC88-413D-88B1-03737CCCCBB2}" srcOrd="0" destOrd="0" presId="urn:microsoft.com/office/officeart/2005/8/layout/vList5"/>
    <dgm:cxn modelId="{FE84911E-D721-4108-9E02-D978ABA1E3C0}" type="presParOf" srcId="{329DF633-263D-4641-AC1A-39110A4AD506}" destId="{1C019913-A2AE-4F3F-8B9D-E531D765CEC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343F7F-1341-4BC1-B42A-79C2298AF79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E89C596-5AB4-4892-ACEC-1647DFB58430}">
      <dgm:prSet custT="1"/>
      <dgm:spPr/>
      <dgm:t>
        <a:bodyPr/>
        <a:lstStyle/>
        <a:p>
          <a:pPr>
            <a:lnSpc>
              <a:spcPct val="100000"/>
            </a:lnSpc>
          </a:pPr>
          <a:r>
            <a:rPr lang="en-GB" sz="1200" b="1" dirty="0"/>
            <a:t>Range of Flexible OA book and chapter publishing options</a:t>
          </a:r>
          <a:endParaRPr lang="en-US" sz="1200" b="1" dirty="0"/>
        </a:p>
      </dgm:t>
    </dgm:pt>
    <dgm:pt modelId="{96EB8633-1039-4C11-A8E0-7B2E88890CCD}" type="parTrans" cxnId="{51985722-5BBA-4D14-8528-C7531E10E924}">
      <dgm:prSet/>
      <dgm:spPr/>
      <dgm:t>
        <a:bodyPr/>
        <a:lstStyle/>
        <a:p>
          <a:endParaRPr lang="en-US"/>
        </a:p>
      </dgm:t>
    </dgm:pt>
    <dgm:pt modelId="{1008A0DC-E3C1-4B2D-93BD-9F00E9C863F6}" type="sibTrans" cxnId="{51985722-5BBA-4D14-8528-C7531E10E924}">
      <dgm:prSet/>
      <dgm:spPr/>
      <dgm:t>
        <a:bodyPr/>
        <a:lstStyle/>
        <a:p>
          <a:endParaRPr lang="en-US"/>
        </a:p>
      </dgm:t>
    </dgm:pt>
    <dgm:pt modelId="{B837A499-35E9-4EEF-8363-1979349A69BF}">
      <dgm:prSet custT="1"/>
      <dgm:spPr/>
      <dgm:t>
        <a:bodyPr/>
        <a:lstStyle/>
        <a:p>
          <a:pPr>
            <a:lnSpc>
              <a:spcPct val="100000"/>
            </a:lnSpc>
          </a:pPr>
          <a:r>
            <a:rPr lang="en-GB" sz="1200" b="1"/>
            <a:t>Same recognised academic and publishing standards </a:t>
          </a:r>
          <a:endParaRPr lang="en-US" sz="1200" b="1"/>
        </a:p>
      </dgm:t>
    </dgm:pt>
    <dgm:pt modelId="{D3CED8A1-D6DF-4364-B599-217D4789E539}" type="parTrans" cxnId="{5CF463AC-E11E-4FAC-81CE-1925B5F9F005}">
      <dgm:prSet/>
      <dgm:spPr/>
      <dgm:t>
        <a:bodyPr/>
        <a:lstStyle/>
        <a:p>
          <a:endParaRPr lang="en-US"/>
        </a:p>
      </dgm:t>
    </dgm:pt>
    <dgm:pt modelId="{6DEF69E5-2991-4C97-B7C2-4E06BE1A0AB1}" type="sibTrans" cxnId="{5CF463AC-E11E-4FAC-81CE-1925B5F9F005}">
      <dgm:prSet/>
      <dgm:spPr/>
      <dgm:t>
        <a:bodyPr/>
        <a:lstStyle/>
        <a:p>
          <a:endParaRPr lang="en-US"/>
        </a:p>
      </dgm:t>
    </dgm:pt>
    <dgm:pt modelId="{BB1DF83C-AE72-4FA2-A7FE-FCB7256A4D8B}">
      <dgm:prSet custT="1"/>
      <dgm:spPr/>
      <dgm:t>
        <a:bodyPr/>
        <a:lstStyle/>
        <a:p>
          <a:pPr>
            <a:lnSpc>
              <a:spcPct val="100000"/>
            </a:lnSpc>
          </a:pPr>
          <a:r>
            <a:rPr lang="en-GB" sz="1200" b="1" dirty="0"/>
            <a:t>Hosted and easily accessed via our </a:t>
          </a:r>
          <a:r>
            <a:rPr lang="en-GB" sz="1200" b="1" dirty="0" err="1"/>
            <a:t>ebook</a:t>
          </a:r>
          <a:r>
            <a:rPr lang="en-GB" sz="1200" b="1" dirty="0"/>
            <a:t> platform and OA specific channels such as OAPEN</a:t>
          </a:r>
          <a:endParaRPr lang="en-US" sz="1200" b="1" dirty="0"/>
        </a:p>
      </dgm:t>
    </dgm:pt>
    <dgm:pt modelId="{15CC11B8-4E93-4280-955D-4642A23871CF}" type="parTrans" cxnId="{D6AA23C2-9AF0-46D8-AF3A-1CEEA577CA44}">
      <dgm:prSet/>
      <dgm:spPr/>
      <dgm:t>
        <a:bodyPr/>
        <a:lstStyle/>
        <a:p>
          <a:endParaRPr lang="en-US"/>
        </a:p>
      </dgm:t>
    </dgm:pt>
    <dgm:pt modelId="{CDB0688B-2894-4DFB-9CEC-0890A706ACEA}" type="sibTrans" cxnId="{D6AA23C2-9AF0-46D8-AF3A-1CEEA577CA44}">
      <dgm:prSet/>
      <dgm:spPr/>
      <dgm:t>
        <a:bodyPr/>
        <a:lstStyle/>
        <a:p>
          <a:endParaRPr lang="en-US"/>
        </a:p>
      </dgm:t>
    </dgm:pt>
    <dgm:pt modelId="{9C4E512F-AE24-44BF-BCDE-5EA82943F3A1}" type="pres">
      <dgm:prSet presAssocID="{A5343F7F-1341-4BC1-B42A-79C2298AF794}" presName="root" presStyleCnt="0">
        <dgm:presLayoutVars>
          <dgm:dir/>
          <dgm:resizeHandles val="exact"/>
        </dgm:presLayoutVars>
      </dgm:prSet>
      <dgm:spPr/>
    </dgm:pt>
    <dgm:pt modelId="{B60789EC-641E-4D2F-A8A0-4A761CAF9318}" type="pres">
      <dgm:prSet presAssocID="{3E89C596-5AB4-4892-ACEC-1647DFB58430}" presName="compNode" presStyleCnt="0"/>
      <dgm:spPr/>
    </dgm:pt>
    <dgm:pt modelId="{ED8316CD-6E16-48FA-9DB5-C2EC2AB7ED4B}" type="pres">
      <dgm:prSet presAssocID="{3E89C596-5AB4-4892-ACEC-1647DFB5843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ooks"/>
        </a:ext>
      </dgm:extLst>
    </dgm:pt>
    <dgm:pt modelId="{B21CA88F-7C26-4A53-A613-2664C922F1F3}" type="pres">
      <dgm:prSet presAssocID="{3E89C596-5AB4-4892-ACEC-1647DFB58430}" presName="spaceRect" presStyleCnt="0"/>
      <dgm:spPr/>
    </dgm:pt>
    <dgm:pt modelId="{0E90BF0A-9194-409C-8C01-214A0C6C6C98}" type="pres">
      <dgm:prSet presAssocID="{3E89C596-5AB4-4892-ACEC-1647DFB58430}" presName="textRect" presStyleLbl="revTx" presStyleIdx="0" presStyleCnt="3">
        <dgm:presLayoutVars>
          <dgm:chMax val="1"/>
          <dgm:chPref val="1"/>
        </dgm:presLayoutVars>
      </dgm:prSet>
      <dgm:spPr/>
    </dgm:pt>
    <dgm:pt modelId="{011DDB90-9476-4917-BA47-CE081411AE68}" type="pres">
      <dgm:prSet presAssocID="{1008A0DC-E3C1-4B2D-93BD-9F00E9C863F6}" presName="sibTrans" presStyleCnt="0"/>
      <dgm:spPr/>
    </dgm:pt>
    <dgm:pt modelId="{DD5AB438-C625-42A8-880F-BF677E804A2A}" type="pres">
      <dgm:prSet presAssocID="{B837A499-35E9-4EEF-8363-1979349A69BF}" presName="compNode" presStyleCnt="0"/>
      <dgm:spPr/>
    </dgm:pt>
    <dgm:pt modelId="{7867961E-1D4F-48B1-92A2-FA51815F7A4D}" type="pres">
      <dgm:prSet presAssocID="{B837A499-35E9-4EEF-8363-1979349A69B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Book"/>
        </a:ext>
      </dgm:extLst>
    </dgm:pt>
    <dgm:pt modelId="{77456127-0B2B-451E-B931-3889DA921A6A}" type="pres">
      <dgm:prSet presAssocID="{B837A499-35E9-4EEF-8363-1979349A69BF}" presName="spaceRect" presStyleCnt="0"/>
      <dgm:spPr/>
    </dgm:pt>
    <dgm:pt modelId="{A2C56672-A4E2-4C7F-ABE9-E310FC92DEB0}" type="pres">
      <dgm:prSet presAssocID="{B837A499-35E9-4EEF-8363-1979349A69BF}" presName="textRect" presStyleLbl="revTx" presStyleIdx="1" presStyleCnt="3">
        <dgm:presLayoutVars>
          <dgm:chMax val="1"/>
          <dgm:chPref val="1"/>
        </dgm:presLayoutVars>
      </dgm:prSet>
      <dgm:spPr/>
    </dgm:pt>
    <dgm:pt modelId="{B4FF18D0-9900-4D5F-B293-F1880A9C3100}" type="pres">
      <dgm:prSet presAssocID="{6DEF69E5-2991-4C97-B7C2-4E06BE1A0AB1}" presName="sibTrans" presStyleCnt="0"/>
      <dgm:spPr/>
    </dgm:pt>
    <dgm:pt modelId="{315F656D-AD3D-40C7-A479-E2855F2BB00C}" type="pres">
      <dgm:prSet presAssocID="{BB1DF83C-AE72-4FA2-A7FE-FCB7256A4D8B}" presName="compNode" presStyleCnt="0"/>
      <dgm:spPr/>
    </dgm:pt>
    <dgm:pt modelId="{A760E8AB-02D3-461E-A0F5-BABE6B9D6547}" type="pres">
      <dgm:prSet presAssocID="{BB1DF83C-AE72-4FA2-A7FE-FCB7256A4D8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aptop"/>
        </a:ext>
      </dgm:extLst>
    </dgm:pt>
    <dgm:pt modelId="{C9CF548E-3D8C-418F-94DC-D03896F7BFF6}" type="pres">
      <dgm:prSet presAssocID="{BB1DF83C-AE72-4FA2-A7FE-FCB7256A4D8B}" presName="spaceRect" presStyleCnt="0"/>
      <dgm:spPr/>
    </dgm:pt>
    <dgm:pt modelId="{A7BE5495-A1FE-4563-AF16-508A4F7C625C}" type="pres">
      <dgm:prSet presAssocID="{BB1DF83C-AE72-4FA2-A7FE-FCB7256A4D8B}" presName="textRect" presStyleLbl="revTx" presStyleIdx="2" presStyleCnt="3">
        <dgm:presLayoutVars>
          <dgm:chMax val="1"/>
          <dgm:chPref val="1"/>
        </dgm:presLayoutVars>
      </dgm:prSet>
      <dgm:spPr/>
    </dgm:pt>
  </dgm:ptLst>
  <dgm:cxnLst>
    <dgm:cxn modelId="{51985722-5BBA-4D14-8528-C7531E10E924}" srcId="{A5343F7F-1341-4BC1-B42A-79C2298AF794}" destId="{3E89C596-5AB4-4892-ACEC-1647DFB58430}" srcOrd="0" destOrd="0" parTransId="{96EB8633-1039-4C11-A8E0-7B2E88890CCD}" sibTransId="{1008A0DC-E3C1-4B2D-93BD-9F00E9C863F6}"/>
    <dgm:cxn modelId="{CCAAAE66-1B0C-4171-AF5B-B7E5C7803790}" type="presOf" srcId="{A5343F7F-1341-4BC1-B42A-79C2298AF794}" destId="{9C4E512F-AE24-44BF-BCDE-5EA82943F3A1}" srcOrd="0" destOrd="0" presId="urn:microsoft.com/office/officeart/2018/2/layout/IconLabelList"/>
    <dgm:cxn modelId="{A394F672-9CD6-4B27-8552-286B28512216}" type="presOf" srcId="{3E89C596-5AB4-4892-ACEC-1647DFB58430}" destId="{0E90BF0A-9194-409C-8C01-214A0C6C6C98}" srcOrd="0" destOrd="0" presId="urn:microsoft.com/office/officeart/2018/2/layout/IconLabelList"/>
    <dgm:cxn modelId="{0CD99A75-4D12-4915-A0D9-15F5EB816E19}" type="presOf" srcId="{BB1DF83C-AE72-4FA2-A7FE-FCB7256A4D8B}" destId="{A7BE5495-A1FE-4563-AF16-508A4F7C625C}" srcOrd="0" destOrd="0" presId="urn:microsoft.com/office/officeart/2018/2/layout/IconLabelList"/>
    <dgm:cxn modelId="{5CF463AC-E11E-4FAC-81CE-1925B5F9F005}" srcId="{A5343F7F-1341-4BC1-B42A-79C2298AF794}" destId="{B837A499-35E9-4EEF-8363-1979349A69BF}" srcOrd="1" destOrd="0" parTransId="{D3CED8A1-D6DF-4364-B599-217D4789E539}" sibTransId="{6DEF69E5-2991-4C97-B7C2-4E06BE1A0AB1}"/>
    <dgm:cxn modelId="{D6AA23C2-9AF0-46D8-AF3A-1CEEA577CA44}" srcId="{A5343F7F-1341-4BC1-B42A-79C2298AF794}" destId="{BB1DF83C-AE72-4FA2-A7FE-FCB7256A4D8B}" srcOrd="2" destOrd="0" parTransId="{15CC11B8-4E93-4280-955D-4642A23871CF}" sibTransId="{CDB0688B-2894-4DFB-9CEC-0890A706ACEA}"/>
    <dgm:cxn modelId="{C19264E3-4033-4D01-86F9-65C628CA5086}" type="presOf" srcId="{B837A499-35E9-4EEF-8363-1979349A69BF}" destId="{A2C56672-A4E2-4C7F-ABE9-E310FC92DEB0}" srcOrd="0" destOrd="0" presId="urn:microsoft.com/office/officeart/2018/2/layout/IconLabelList"/>
    <dgm:cxn modelId="{76E7D86E-41EC-4600-9403-C1D49F4CB1CF}" type="presParOf" srcId="{9C4E512F-AE24-44BF-BCDE-5EA82943F3A1}" destId="{B60789EC-641E-4D2F-A8A0-4A761CAF9318}" srcOrd="0" destOrd="0" presId="urn:microsoft.com/office/officeart/2018/2/layout/IconLabelList"/>
    <dgm:cxn modelId="{9CF85090-7146-44D8-BD1C-20DAC0AF5B48}" type="presParOf" srcId="{B60789EC-641E-4D2F-A8A0-4A761CAF9318}" destId="{ED8316CD-6E16-48FA-9DB5-C2EC2AB7ED4B}" srcOrd="0" destOrd="0" presId="urn:microsoft.com/office/officeart/2018/2/layout/IconLabelList"/>
    <dgm:cxn modelId="{9F001F40-9D3E-4989-A2BF-BA842B89CFE3}" type="presParOf" srcId="{B60789EC-641E-4D2F-A8A0-4A761CAF9318}" destId="{B21CA88F-7C26-4A53-A613-2664C922F1F3}" srcOrd="1" destOrd="0" presId="urn:microsoft.com/office/officeart/2018/2/layout/IconLabelList"/>
    <dgm:cxn modelId="{31ED6E68-758B-433E-AD7B-54D6842122ED}" type="presParOf" srcId="{B60789EC-641E-4D2F-A8A0-4A761CAF9318}" destId="{0E90BF0A-9194-409C-8C01-214A0C6C6C98}" srcOrd="2" destOrd="0" presId="urn:microsoft.com/office/officeart/2018/2/layout/IconLabelList"/>
    <dgm:cxn modelId="{FDA16FC3-F08B-4A90-B3B8-11F0F2BF171B}" type="presParOf" srcId="{9C4E512F-AE24-44BF-BCDE-5EA82943F3A1}" destId="{011DDB90-9476-4917-BA47-CE081411AE68}" srcOrd="1" destOrd="0" presId="urn:microsoft.com/office/officeart/2018/2/layout/IconLabelList"/>
    <dgm:cxn modelId="{2F8C6ED3-C92A-46C9-AD51-9FFE5D418250}" type="presParOf" srcId="{9C4E512F-AE24-44BF-BCDE-5EA82943F3A1}" destId="{DD5AB438-C625-42A8-880F-BF677E804A2A}" srcOrd="2" destOrd="0" presId="urn:microsoft.com/office/officeart/2018/2/layout/IconLabelList"/>
    <dgm:cxn modelId="{F79441EE-1A53-4BD3-ADB8-9AAD8D671CEA}" type="presParOf" srcId="{DD5AB438-C625-42A8-880F-BF677E804A2A}" destId="{7867961E-1D4F-48B1-92A2-FA51815F7A4D}" srcOrd="0" destOrd="0" presId="urn:microsoft.com/office/officeart/2018/2/layout/IconLabelList"/>
    <dgm:cxn modelId="{507E6ABC-AFBF-4AA0-B373-E985FDC97F6C}" type="presParOf" srcId="{DD5AB438-C625-42A8-880F-BF677E804A2A}" destId="{77456127-0B2B-451E-B931-3889DA921A6A}" srcOrd="1" destOrd="0" presId="urn:microsoft.com/office/officeart/2018/2/layout/IconLabelList"/>
    <dgm:cxn modelId="{0CC1EF48-182A-4042-B766-F3A6FC50F955}" type="presParOf" srcId="{DD5AB438-C625-42A8-880F-BF677E804A2A}" destId="{A2C56672-A4E2-4C7F-ABE9-E310FC92DEB0}" srcOrd="2" destOrd="0" presId="urn:microsoft.com/office/officeart/2018/2/layout/IconLabelList"/>
    <dgm:cxn modelId="{371E3D16-51C7-49D4-BFFD-63C39D808314}" type="presParOf" srcId="{9C4E512F-AE24-44BF-BCDE-5EA82943F3A1}" destId="{B4FF18D0-9900-4D5F-B293-F1880A9C3100}" srcOrd="3" destOrd="0" presId="urn:microsoft.com/office/officeart/2018/2/layout/IconLabelList"/>
    <dgm:cxn modelId="{95FFA5CE-A50F-4CAE-A7DA-F2939B2A5C7B}" type="presParOf" srcId="{9C4E512F-AE24-44BF-BCDE-5EA82943F3A1}" destId="{315F656D-AD3D-40C7-A479-E2855F2BB00C}" srcOrd="4" destOrd="0" presId="urn:microsoft.com/office/officeart/2018/2/layout/IconLabelList"/>
    <dgm:cxn modelId="{3FE716BD-B099-461E-B748-9C711AD316F0}" type="presParOf" srcId="{315F656D-AD3D-40C7-A479-E2855F2BB00C}" destId="{A760E8AB-02D3-461E-A0F5-BABE6B9D6547}" srcOrd="0" destOrd="0" presId="urn:microsoft.com/office/officeart/2018/2/layout/IconLabelList"/>
    <dgm:cxn modelId="{2178C0F4-C324-4D20-AC6F-878A3C5E6632}" type="presParOf" srcId="{315F656D-AD3D-40C7-A479-E2855F2BB00C}" destId="{C9CF548E-3D8C-418F-94DC-D03896F7BFF6}" srcOrd="1" destOrd="0" presId="urn:microsoft.com/office/officeart/2018/2/layout/IconLabelList"/>
    <dgm:cxn modelId="{953F6B2D-691C-4D48-9666-D402733EBD15}" type="presParOf" srcId="{315F656D-AD3D-40C7-A479-E2855F2BB00C}" destId="{A7BE5495-A1FE-4563-AF16-508A4F7C625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343F7F-1341-4BC1-B42A-79C2298AF79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2378503-B6CA-4650-B735-4B82C0894BD6}">
      <dgm:prSet custT="1"/>
      <dgm:spPr/>
      <dgm:t>
        <a:bodyPr/>
        <a:lstStyle/>
        <a:p>
          <a:pPr>
            <a:lnSpc>
              <a:spcPct val="100000"/>
            </a:lnSpc>
          </a:pPr>
          <a:r>
            <a:rPr lang="en-GB" sz="1200" b="1" dirty="0"/>
            <a:t>Twice the geographical reach</a:t>
          </a:r>
          <a:br>
            <a:rPr lang="en-GB" sz="1200" b="1" dirty="0"/>
          </a:br>
          <a:r>
            <a:rPr lang="en-GB" sz="1200" b="1" dirty="0"/>
            <a:t>in the first 6 months</a:t>
          </a:r>
          <a:endParaRPr lang="en-US" sz="1200" b="1" dirty="0"/>
        </a:p>
      </dgm:t>
    </dgm:pt>
    <dgm:pt modelId="{1682BAFB-6B05-4511-B0BD-D4C20C8F8780}" type="sibTrans" cxnId="{734B3843-B9E1-4F40-A314-233FFD2D9B0A}">
      <dgm:prSet/>
      <dgm:spPr/>
      <dgm:t>
        <a:bodyPr/>
        <a:lstStyle/>
        <a:p>
          <a:endParaRPr lang="en-US"/>
        </a:p>
      </dgm:t>
    </dgm:pt>
    <dgm:pt modelId="{226876EA-C81F-4E80-BE59-27D4C532B160}" type="parTrans" cxnId="{734B3843-B9E1-4F40-A314-233FFD2D9B0A}">
      <dgm:prSet/>
      <dgm:spPr/>
      <dgm:t>
        <a:bodyPr/>
        <a:lstStyle/>
        <a:p>
          <a:endParaRPr lang="en-US"/>
        </a:p>
      </dgm:t>
    </dgm:pt>
    <dgm:pt modelId="{D8C6DF5D-9D96-4DEA-897B-82B27AD0782E}">
      <dgm:prSet custT="1"/>
      <dgm:spPr/>
      <dgm:t>
        <a:bodyPr/>
        <a:lstStyle/>
        <a:p>
          <a:pPr>
            <a:lnSpc>
              <a:spcPct val="100000"/>
            </a:lnSpc>
          </a:pPr>
          <a:r>
            <a:rPr lang="en-GB" sz="1200" b="1"/>
            <a:t>16 times more readers</a:t>
          </a:r>
          <a:endParaRPr lang="en-US" sz="1200" b="1"/>
        </a:p>
      </dgm:t>
    </dgm:pt>
    <dgm:pt modelId="{4A4D3E65-3BC3-4C20-A6DD-87E71F990433}" type="sibTrans" cxnId="{B32779B4-3149-4DD7-BFF0-84FDED8E3C84}">
      <dgm:prSet/>
      <dgm:spPr/>
      <dgm:t>
        <a:bodyPr/>
        <a:lstStyle/>
        <a:p>
          <a:endParaRPr lang="en-US"/>
        </a:p>
      </dgm:t>
    </dgm:pt>
    <dgm:pt modelId="{5F62D787-6F7D-4382-AB0E-C0ACA8DFD8CA}" type="parTrans" cxnId="{B32779B4-3149-4DD7-BFF0-84FDED8E3C84}">
      <dgm:prSet/>
      <dgm:spPr/>
      <dgm:t>
        <a:bodyPr/>
        <a:lstStyle/>
        <a:p>
          <a:endParaRPr lang="en-US"/>
        </a:p>
      </dgm:t>
    </dgm:pt>
    <dgm:pt modelId="{9C4E512F-AE24-44BF-BCDE-5EA82943F3A1}" type="pres">
      <dgm:prSet presAssocID="{A5343F7F-1341-4BC1-B42A-79C2298AF794}" presName="root" presStyleCnt="0">
        <dgm:presLayoutVars>
          <dgm:dir/>
          <dgm:resizeHandles val="exact"/>
        </dgm:presLayoutVars>
      </dgm:prSet>
      <dgm:spPr/>
    </dgm:pt>
    <dgm:pt modelId="{A97E76D8-D11F-48D5-BE2A-62AF046BE985}" type="pres">
      <dgm:prSet presAssocID="{D8C6DF5D-9D96-4DEA-897B-82B27AD0782E}" presName="compNode" presStyleCnt="0"/>
      <dgm:spPr/>
    </dgm:pt>
    <dgm:pt modelId="{A748F750-CF25-476D-B3FB-EA0F1FB101EA}" type="pres">
      <dgm:prSet presAssocID="{D8C6DF5D-9D96-4DEA-897B-82B27AD07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opwatch"/>
        </a:ext>
      </dgm:extLst>
    </dgm:pt>
    <dgm:pt modelId="{A69ECD56-CA6B-40AA-9277-40C8A3663D29}" type="pres">
      <dgm:prSet presAssocID="{D8C6DF5D-9D96-4DEA-897B-82B27AD0782E}" presName="spaceRect" presStyleCnt="0"/>
      <dgm:spPr/>
    </dgm:pt>
    <dgm:pt modelId="{DEE69A5D-0602-4FF8-8CDE-8005C9883F1F}" type="pres">
      <dgm:prSet presAssocID="{D8C6DF5D-9D96-4DEA-897B-82B27AD0782E}" presName="textRect" presStyleLbl="revTx" presStyleIdx="0" presStyleCnt="2">
        <dgm:presLayoutVars>
          <dgm:chMax val="1"/>
          <dgm:chPref val="1"/>
        </dgm:presLayoutVars>
      </dgm:prSet>
      <dgm:spPr/>
    </dgm:pt>
    <dgm:pt modelId="{DC8251C6-55BB-4A2B-A81D-36177DA43EB2}" type="pres">
      <dgm:prSet presAssocID="{4A4D3E65-3BC3-4C20-A6DD-87E71F990433}" presName="sibTrans" presStyleCnt="0"/>
      <dgm:spPr/>
    </dgm:pt>
    <dgm:pt modelId="{1918180B-CC7A-4896-AC97-85C75B65E5F4}" type="pres">
      <dgm:prSet presAssocID="{C2378503-B6CA-4650-B735-4B82C0894BD6}" presName="compNode" presStyleCnt="0"/>
      <dgm:spPr/>
    </dgm:pt>
    <dgm:pt modelId="{CF059FE8-F551-4186-9849-8F7B4EC58114}" type="pres">
      <dgm:prSet presAssocID="{C2378503-B6CA-4650-B735-4B82C0894BD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ker"/>
        </a:ext>
      </dgm:extLst>
    </dgm:pt>
    <dgm:pt modelId="{8CE3F5AC-3D8C-4A81-88DD-40C26E5E2AD0}" type="pres">
      <dgm:prSet presAssocID="{C2378503-B6CA-4650-B735-4B82C0894BD6}" presName="spaceRect" presStyleCnt="0"/>
      <dgm:spPr/>
    </dgm:pt>
    <dgm:pt modelId="{1CD91633-CB56-48EB-8BA8-8526533A4724}" type="pres">
      <dgm:prSet presAssocID="{C2378503-B6CA-4650-B735-4B82C0894BD6}" presName="textRect" presStyleLbl="revTx" presStyleIdx="1" presStyleCnt="2">
        <dgm:presLayoutVars>
          <dgm:chMax val="1"/>
          <dgm:chPref val="1"/>
        </dgm:presLayoutVars>
      </dgm:prSet>
      <dgm:spPr/>
    </dgm:pt>
  </dgm:ptLst>
  <dgm:cxnLst>
    <dgm:cxn modelId="{E9CB0111-446C-4C44-9177-A1A8CE7A1F60}" type="presOf" srcId="{C2378503-B6CA-4650-B735-4B82C0894BD6}" destId="{1CD91633-CB56-48EB-8BA8-8526533A4724}" srcOrd="0" destOrd="0" presId="urn:microsoft.com/office/officeart/2018/2/layout/IconLabelList"/>
    <dgm:cxn modelId="{734B3843-B9E1-4F40-A314-233FFD2D9B0A}" srcId="{A5343F7F-1341-4BC1-B42A-79C2298AF794}" destId="{C2378503-B6CA-4650-B735-4B82C0894BD6}" srcOrd="1" destOrd="0" parTransId="{226876EA-C81F-4E80-BE59-27D4C532B160}" sibTransId="{1682BAFB-6B05-4511-B0BD-D4C20C8F8780}"/>
    <dgm:cxn modelId="{CCAAAE66-1B0C-4171-AF5B-B7E5C7803790}" type="presOf" srcId="{A5343F7F-1341-4BC1-B42A-79C2298AF794}" destId="{9C4E512F-AE24-44BF-BCDE-5EA82943F3A1}" srcOrd="0" destOrd="0" presId="urn:microsoft.com/office/officeart/2018/2/layout/IconLabelList"/>
    <dgm:cxn modelId="{3F625F98-C889-4DE8-A806-2986D2A1BBDB}" type="presOf" srcId="{D8C6DF5D-9D96-4DEA-897B-82B27AD0782E}" destId="{DEE69A5D-0602-4FF8-8CDE-8005C9883F1F}" srcOrd="0" destOrd="0" presId="urn:microsoft.com/office/officeart/2018/2/layout/IconLabelList"/>
    <dgm:cxn modelId="{B32779B4-3149-4DD7-BFF0-84FDED8E3C84}" srcId="{A5343F7F-1341-4BC1-B42A-79C2298AF794}" destId="{D8C6DF5D-9D96-4DEA-897B-82B27AD0782E}" srcOrd="0" destOrd="0" parTransId="{5F62D787-6F7D-4382-AB0E-C0ACA8DFD8CA}" sibTransId="{4A4D3E65-3BC3-4C20-A6DD-87E71F990433}"/>
    <dgm:cxn modelId="{81D5CE9D-EBB2-4C4B-A32D-88D27A4C0FEB}" type="presParOf" srcId="{9C4E512F-AE24-44BF-BCDE-5EA82943F3A1}" destId="{A97E76D8-D11F-48D5-BE2A-62AF046BE985}" srcOrd="0" destOrd="0" presId="urn:microsoft.com/office/officeart/2018/2/layout/IconLabelList"/>
    <dgm:cxn modelId="{5561919D-8435-4BFA-8287-00CCCD37AC17}" type="presParOf" srcId="{A97E76D8-D11F-48D5-BE2A-62AF046BE985}" destId="{A748F750-CF25-476D-B3FB-EA0F1FB101EA}" srcOrd="0" destOrd="0" presId="urn:microsoft.com/office/officeart/2018/2/layout/IconLabelList"/>
    <dgm:cxn modelId="{D2CC3E5C-A260-467B-A91F-A38CB6AA4D43}" type="presParOf" srcId="{A97E76D8-D11F-48D5-BE2A-62AF046BE985}" destId="{A69ECD56-CA6B-40AA-9277-40C8A3663D29}" srcOrd="1" destOrd="0" presId="urn:microsoft.com/office/officeart/2018/2/layout/IconLabelList"/>
    <dgm:cxn modelId="{1D27880B-F021-419B-9FC9-79FB4705A0FE}" type="presParOf" srcId="{A97E76D8-D11F-48D5-BE2A-62AF046BE985}" destId="{DEE69A5D-0602-4FF8-8CDE-8005C9883F1F}" srcOrd="2" destOrd="0" presId="urn:microsoft.com/office/officeart/2018/2/layout/IconLabelList"/>
    <dgm:cxn modelId="{0B6B1E36-2695-4295-BB50-0C3D89FFD740}" type="presParOf" srcId="{9C4E512F-AE24-44BF-BCDE-5EA82943F3A1}" destId="{DC8251C6-55BB-4A2B-A81D-36177DA43EB2}" srcOrd="1" destOrd="0" presId="urn:microsoft.com/office/officeart/2018/2/layout/IconLabelList"/>
    <dgm:cxn modelId="{374A5374-0252-4A26-91B3-4E5BB258056B}" type="presParOf" srcId="{9C4E512F-AE24-44BF-BCDE-5EA82943F3A1}" destId="{1918180B-CC7A-4896-AC97-85C75B65E5F4}" srcOrd="2" destOrd="0" presId="urn:microsoft.com/office/officeart/2018/2/layout/IconLabelList"/>
    <dgm:cxn modelId="{F8E758C2-38CD-4B0F-A837-17B216F362D5}" type="presParOf" srcId="{1918180B-CC7A-4896-AC97-85C75B65E5F4}" destId="{CF059FE8-F551-4186-9849-8F7B4EC58114}" srcOrd="0" destOrd="0" presId="urn:microsoft.com/office/officeart/2018/2/layout/IconLabelList"/>
    <dgm:cxn modelId="{AB6F8316-2F04-45AB-B1D0-2E2A1D4E2AF3}" type="presParOf" srcId="{1918180B-CC7A-4896-AC97-85C75B65E5F4}" destId="{8CE3F5AC-3D8C-4A81-88DD-40C26E5E2AD0}" srcOrd="1" destOrd="0" presId="urn:microsoft.com/office/officeart/2018/2/layout/IconLabelList"/>
    <dgm:cxn modelId="{3BF6B6EE-2F5E-469D-AA21-8D22F998F88A}" type="presParOf" srcId="{1918180B-CC7A-4896-AC97-85C75B65E5F4}" destId="{1CD91633-CB56-48EB-8BA8-8526533A4724}" srcOrd="2" destOrd="0" presId="urn:microsoft.com/office/officeart/2018/2/layout/IconLabel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BA4351A-F034-4A87-AB77-945C8DA1DD13}"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GB"/>
        </a:p>
      </dgm:t>
    </dgm:pt>
    <dgm:pt modelId="{E3C534AF-31FF-40F8-9167-36B12DC16639}">
      <dgm:prSet phldrT="[Text]"/>
      <dgm:spPr/>
      <dgm:t>
        <a:bodyPr tIns="108000"/>
        <a:lstStyle/>
        <a:p>
          <a:r>
            <a:rPr lang="en-GB" dirty="0"/>
            <a:t>Open Access Scholarly Publishers Association</a:t>
          </a:r>
        </a:p>
      </dgm:t>
    </dgm:pt>
    <dgm:pt modelId="{B6157AF5-7640-4B9D-B570-5CB91CDCE754}" type="parTrans" cxnId="{420C8701-60B3-4640-8163-89AC6E8BB14C}">
      <dgm:prSet/>
      <dgm:spPr/>
      <dgm:t>
        <a:bodyPr/>
        <a:lstStyle/>
        <a:p>
          <a:endParaRPr lang="en-GB"/>
        </a:p>
      </dgm:t>
    </dgm:pt>
    <dgm:pt modelId="{DB23BAAA-4D57-4EFD-AA2C-509FC236CA45}" type="sibTrans" cxnId="{420C8701-60B3-4640-8163-89AC6E8BB14C}">
      <dgm:prSet/>
      <dgm:spPr/>
      <dgm:t>
        <a:bodyPr/>
        <a:lstStyle/>
        <a:p>
          <a:endParaRPr lang="en-GB"/>
        </a:p>
      </dgm:t>
    </dgm:pt>
    <dgm:pt modelId="{75B75AFA-4209-4550-B3BB-8435CB8D5EE8}">
      <dgm:prSet phldrT="[Text]"/>
      <dgm:spPr/>
      <dgm:t>
        <a:bodyPr tIns="108000"/>
        <a:lstStyle/>
        <a:p>
          <a:r>
            <a:rPr lang="en-GB" dirty="0"/>
            <a:t>Member</a:t>
          </a:r>
        </a:p>
      </dgm:t>
    </dgm:pt>
    <dgm:pt modelId="{8C6A185C-8D7C-4D3E-8D6F-7CF9CCDD8F8B}" type="parTrans" cxnId="{7583219B-A325-422B-A94E-B4BB9760FD2A}">
      <dgm:prSet/>
      <dgm:spPr/>
      <dgm:t>
        <a:bodyPr/>
        <a:lstStyle/>
        <a:p>
          <a:endParaRPr lang="en-GB"/>
        </a:p>
      </dgm:t>
    </dgm:pt>
    <dgm:pt modelId="{3D54ADA0-35AF-4812-B02D-0334B7B123A6}" type="sibTrans" cxnId="{7583219B-A325-422B-A94E-B4BB9760FD2A}">
      <dgm:prSet/>
      <dgm:spPr/>
      <dgm:t>
        <a:bodyPr/>
        <a:lstStyle/>
        <a:p>
          <a:endParaRPr lang="en-GB"/>
        </a:p>
      </dgm:t>
    </dgm:pt>
    <dgm:pt modelId="{1D3D2A15-5969-44CB-95A4-DF46E91FC73F}">
      <dgm:prSet phldrT="[Text]"/>
      <dgm:spPr/>
      <dgm:t>
        <a:bodyPr tIns="108000"/>
        <a:lstStyle/>
        <a:p>
          <a:r>
            <a:rPr lang="en-GB" dirty="0"/>
            <a:t>Open Access Publishing in European Networks</a:t>
          </a:r>
        </a:p>
      </dgm:t>
    </dgm:pt>
    <dgm:pt modelId="{ABD5CFF3-9BBE-4236-9F8B-BF781E9D0226}" type="parTrans" cxnId="{289C9943-A980-4654-AB48-A1CA8B27F1EA}">
      <dgm:prSet/>
      <dgm:spPr/>
      <dgm:t>
        <a:bodyPr/>
        <a:lstStyle/>
        <a:p>
          <a:endParaRPr lang="en-GB"/>
        </a:p>
      </dgm:t>
    </dgm:pt>
    <dgm:pt modelId="{C5046A29-AAD7-4FA9-9ACC-77CEF091DB64}" type="sibTrans" cxnId="{289C9943-A980-4654-AB48-A1CA8B27F1EA}">
      <dgm:prSet/>
      <dgm:spPr/>
      <dgm:t>
        <a:bodyPr/>
        <a:lstStyle/>
        <a:p>
          <a:endParaRPr lang="en-GB"/>
        </a:p>
      </dgm:t>
    </dgm:pt>
    <dgm:pt modelId="{2918C07E-7329-4DF7-8093-DAFF50CBDD69}">
      <dgm:prSet phldrT="[Text]"/>
      <dgm:spPr/>
      <dgm:t>
        <a:bodyPr tIns="108000"/>
        <a:lstStyle/>
        <a:p>
          <a:r>
            <a:rPr lang="en-GB" dirty="0"/>
            <a:t>Gold Sponsor</a:t>
          </a:r>
        </a:p>
      </dgm:t>
    </dgm:pt>
    <dgm:pt modelId="{88C48E20-9F64-4006-B448-43E50C1D8407}" type="parTrans" cxnId="{08FF81D2-6285-4CED-A461-3953B24EFD70}">
      <dgm:prSet/>
      <dgm:spPr/>
      <dgm:t>
        <a:bodyPr/>
        <a:lstStyle/>
        <a:p>
          <a:endParaRPr lang="en-GB"/>
        </a:p>
      </dgm:t>
    </dgm:pt>
    <dgm:pt modelId="{90A0CB2D-F4F3-46EF-9270-80B8A7BF5694}" type="sibTrans" cxnId="{08FF81D2-6285-4CED-A461-3953B24EFD70}">
      <dgm:prSet/>
      <dgm:spPr/>
      <dgm:t>
        <a:bodyPr/>
        <a:lstStyle/>
        <a:p>
          <a:endParaRPr lang="en-GB"/>
        </a:p>
      </dgm:t>
    </dgm:pt>
    <dgm:pt modelId="{029768E7-122A-436C-87DF-35A0BF198B68}">
      <dgm:prSet phldrT="[Text]"/>
      <dgm:spPr/>
      <dgm:t>
        <a:bodyPr tIns="108000"/>
        <a:lstStyle/>
        <a:p>
          <a:r>
            <a:rPr lang="en-GB" dirty="0"/>
            <a:t>All our content is deposited in OAPEN library</a:t>
          </a:r>
        </a:p>
      </dgm:t>
    </dgm:pt>
    <dgm:pt modelId="{758B7AF9-7787-4461-9E99-4DF70909B7B3}" type="parTrans" cxnId="{BE7291B6-7ABC-447A-8252-E15850EE18E8}">
      <dgm:prSet/>
      <dgm:spPr/>
      <dgm:t>
        <a:bodyPr/>
        <a:lstStyle/>
        <a:p>
          <a:endParaRPr lang="en-GB"/>
        </a:p>
      </dgm:t>
    </dgm:pt>
    <dgm:pt modelId="{B0AC5B79-CB44-40DD-B93B-2C62C8FA5723}" type="sibTrans" cxnId="{BE7291B6-7ABC-447A-8252-E15850EE18E8}">
      <dgm:prSet/>
      <dgm:spPr/>
      <dgm:t>
        <a:bodyPr/>
        <a:lstStyle/>
        <a:p>
          <a:endParaRPr lang="en-GB"/>
        </a:p>
      </dgm:t>
    </dgm:pt>
    <dgm:pt modelId="{027DD6CF-04A4-4D04-B8A7-498639312E06}">
      <dgm:prSet phldrT="[Text]"/>
      <dgm:spPr/>
      <dgm:t>
        <a:bodyPr tIns="108000"/>
        <a:lstStyle/>
        <a:p>
          <a:r>
            <a:rPr lang="en-GB" dirty="0"/>
            <a:t>Directory of Open Access Books</a:t>
          </a:r>
        </a:p>
      </dgm:t>
    </dgm:pt>
    <dgm:pt modelId="{7DEE7B9A-4EC7-4AED-B56B-D2DB8F50F7FF}" type="parTrans" cxnId="{12AE8FF9-0E9C-4FFF-B7D4-7CD377009597}">
      <dgm:prSet/>
      <dgm:spPr/>
      <dgm:t>
        <a:bodyPr/>
        <a:lstStyle/>
        <a:p>
          <a:endParaRPr lang="en-GB"/>
        </a:p>
      </dgm:t>
    </dgm:pt>
    <dgm:pt modelId="{4E48AD04-2F1D-42A1-BBAF-1CDF19E90268}" type="sibTrans" cxnId="{12AE8FF9-0E9C-4FFF-B7D4-7CD377009597}">
      <dgm:prSet/>
      <dgm:spPr/>
      <dgm:t>
        <a:bodyPr/>
        <a:lstStyle/>
        <a:p>
          <a:endParaRPr lang="en-GB"/>
        </a:p>
      </dgm:t>
    </dgm:pt>
    <dgm:pt modelId="{87EFD437-E078-4D3C-95B7-9E989BB6309E}">
      <dgm:prSet phldrT="[Text]"/>
      <dgm:spPr/>
      <dgm:t>
        <a:bodyPr tIns="108000"/>
        <a:lstStyle/>
        <a:p>
          <a:r>
            <a:rPr lang="en-GB" dirty="0"/>
            <a:t>Publisher Member</a:t>
          </a:r>
        </a:p>
      </dgm:t>
    </dgm:pt>
    <dgm:pt modelId="{09855B5F-B3A7-46D5-83D6-580F1FB9B413}" type="parTrans" cxnId="{3F4C3880-1989-4B53-AD7F-136674851A36}">
      <dgm:prSet/>
      <dgm:spPr/>
      <dgm:t>
        <a:bodyPr/>
        <a:lstStyle/>
        <a:p>
          <a:endParaRPr lang="en-GB"/>
        </a:p>
      </dgm:t>
    </dgm:pt>
    <dgm:pt modelId="{62383930-DB9B-4CAC-81DE-CC30645FFE42}" type="sibTrans" cxnId="{3F4C3880-1989-4B53-AD7F-136674851A36}">
      <dgm:prSet/>
      <dgm:spPr/>
      <dgm:t>
        <a:bodyPr/>
        <a:lstStyle/>
        <a:p>
          <a:endParaRPr lang="en-GB"/>
        </a:p>
      </dgm:t>
    </dgm:pt>
    <dgm:pt modelId="{6182BA46-74FD-479E-A13F-37996B9A13C2}">
      <dgm:prSet phldrT="[Text]"/>
      <dgm:spPr/>
      <dgm:t>
        <a:bodyPr tIns="108000"/>
        <a:lstStyle/>
        <a:p>
          <a:r>
            <a:rPr lang="en-GB" dirty="0"/>
            <a:t>All our OA books are indexed here</a:t>
          </a:r>
        </a:p>
      </dgm:t>
    </dgm:pt>
    <dgm:pt modelId="{F5B612F9-3A38-4D95-8C31-AFDF13D03CCC}" type="parTrans" cxnId="{24C15473-6CBD-4A6C-A698-B048CC802A90}">
      <dgm:prSet/>
      <dgm:spPr/>
      <dgm:t>
        <a:bodyPr/>
        <a:lstStyle/>
        <a:p>
          <a:endParaRPr lang="en-GB"/>
        </a:p>
      </dgm:t>
    </dgm:pt>
    <dgm:pt modelId="{A045A8B6-A2A9-44E0-B6AE-E0079BF00D28}" type="sibTrans" cxnId="{24C15473-6CBD-4A6C-A698-B048CC802A90}">
      <dgm:prSet/>
      <dgm:spPr/>
      <dgm:t>
        <a:bodyPr/>
        <a:lstStyle/>
        <a:p>
          <a:endParaRPr lang="en-GB"/>
        </a:p>
      </dgm:t>
    </dgm:pt>
    <dgm:pt modelId="{C3404F64-F8DD-459B-82B4-4BE067129053}" type="pres">
      <dgm:prSet presAssocID="{FBA4351A-F034-4A87-AB77-945C8DA1DD13}" presName="Name0" presStyleCnt="0">
        <dgm:presLayoutVars>
          <dgm:dir/>
          <dgm:resizeHandles val="exact"/>
        </dgm:presLayoutVars>
      </dgm:prSet>
      <dgm:spPr/>
    </dgm:pt>
    <dgm:pt modelId="{3D3EE705-CA39-403A-8794-9C1C217F3CF0}" type="pres">
      <dgm:prSet presAssocID="{E3C534AF-31FF-40F8-9167-36B12DC16639}" presName="node" presStyleLbl="node1" presStyleIdx="0" presStyleCnt="3">
        <dgm:presLayoutVars>
          <dgm:bulletEnabled val="1"/>
        </dgm:presLayoutVars>
      </dgm:prSet>
      <dgm:spPr>
        <a:prstGeom prst="rect">
          <a:avLst/>
        </a:prstGeom>
      </dgm:spPr>
    </dgm:pt>
    <dgm:pt modelId="{59F5C28E-FEF0-48B5-862A-A3E25D5AC9CE}" type="pres">
      <dgm:prSet presAssocID="{DB23BAAA-4D57-4EFD-AA2C-509FC236CA45}" presName="sibTrans" presStyleCnt="0"/>
      <dgm:spPr/>
    </dgm:pt>
    <dgm:pt modelId="{8F3142DC-FB16-43D7-8EC9-27900518A59B}" type="pres">
      <dgm:prSet presAssocID="{1D3D2A15-5969-44CB-95A4-DF46E91FC73F}" presName="node" presStyleLbl="node1" presStyleIdx="1" presStyleCnt="3">
        <dgm:presLayoutVars>
          <dgm:bulletEnabled val="1"/>
        </dgm:presLayoutVars>
      </dgm:prSet>
      <dgm:spPr>
        <a:prstGeom prst="rect">
          <a:avLst/>
        </a:prstGeom>
      </dgm:spPr>
    </dgm:pt>
    <dgm:pt modelId="{F271C0FB-9FC9-42BE-BDB1-9B584494570D}" type="pres">
      <dgm:prSet presAssocID="{C5046A29-AAD7-4FA9-9ACC-77CEF091DB64}" presName="sibTrans" presStyleCnt="0"/>
      <dgm:spPr/>
    </dgm:pt>
    <dgm:pt modelId="{49720DE4-6B67-4268-816E-7E0A62F6CDDA}" type="pres">
      <dgm:prSet presAssocID="{027DD6CF-04A4-4D04-B8A7-498639312E06}" presName="node" presStyleLbl="node1" presStyleIdx="2" presStyleCnt="3">
        <dgm:presLayoutVars>
          <dgm:bulletEnabled val="1"/>
        </dgm:presLayoutVars>
      </dgm:prSet>
      <dgm:spPr>
        <a:prstGeom prst="rect">
          <a:avLst/>
        </a:prstGeom>
      </dgm:spPr>
    </dgm:pt>
  </dgm:ptLst>
  <dgm:cxnLst>
    <dgm:cxn modelId="{420C8701-60B3-4640-8163-89AC6E8BB14C}" srcId="{FBA4351A-F034-4A87-AB77-945C8DA1DD13}" destId="{E3C534AF-31FF-40F8-9167-36B12DC16639}" srcOrd="0" destOrd="0" parTransId="{B6157AF5-7640-4B9D-B570-5CB91CDCE754}" sibTransId="{DB23BAAA-4D57-4EFD-AA2C-509FC236CA45}"/>
    <dgm:cxn modelId="{F5D35617-E9D9-494B-AD1F-1FB32D3E0AF7}" type="presOf" srcId="{1D3D2A15-5969-44CB-95A4-DF46E91FC73F}" destId="{8F3142DC-FB16-43D7-8EC9-27900518A59B}" srcOrd="0" destOrd="0" presId="urn:microsoft.com/office/officeart/2005/8/layout/hList6"/>
    <dgm:cxn modelId="{5872E93F-E018-405F-8B8F-B2FE09B126EB}" type="presOf" srcId="{029768E7-122A-436C-87DF-35A0BF198B68}" destId="{8F3142DC-FB16-43D7-8EC9-27900518A59B}" srcOrd="0" destOrd="2" presId="urn:microsoft.com/office/officeart/2005/8/layout/hList6"/>
    <dgm:cxn modelId="{9CFDF55D-5368-4CAA-96C2-DDA156324D74}" type="presOf" srcId="{E3C534AF-31FF-40F8-9167-36B12DC16639}" destId="{3D3EE705-CA39-403A-8794-9C1C217F3CF0}" srcOrd="0" destOrd="0" presId="urn:microsoft.com/office/officeart/2005/8/layout/hList6"/>
    <dgm:cxn modelId="{289C9943-A980-4654-AB48-A1CA8B27F1EA}" srcId="{FBA4351A-F034-4A87-AB77-945C8DA1DD13}" destId="{1D3D2A15-5969-44CB-95A4-DF46E91FC73F}" srcOrd="1" destOrd="0" parTransId="{ABD5CFF3-9BBE-4236-9F8B-BF781E9D0226}" sibTransId="{C5046A29-AAD7-4FA9-9ACC-77CEF091DB64}"/>
    <dgm:cxn modelId="{E9995B52-00D1-49AF-B4B0-9B8249309B37}" type="presOf" srcId="{2918C07E-7329-4DF7-8093-DAFF50CBDD69}" destId="{8F3142DC-FB16-43D7-8EC9-27900518A59B}" srcOrd="0" destOrd="1" presId="urn:microsoft.com/office/officeart/2005/8/layout/hList6"/>
    <dgm:cxn modelId="{24C15473-6CBD-4A6C-A698-B048CC802A90}" srcId="{027DD6CF-04A4-4D04-B8A7-498639312E06}" destId="{6182BA46-74FD-479E-A13F-37996B9A13C2}" srcOrd="1" destOrd="0" parTransId="{F5B612F9-3A38-4D95-8C31-AFDF13D03CCC}" sibTransId="{A045A8B6-A2A9-44E0-B6AE-E0079BF00D28}"/>
    <dgm:cxn modelId="{3F4C3880-1989-4B53-AD7F-136674851A36}" srcId="{027DD6CF-04A4-4D04-B8A7-498639312E06}" destId="{87EFD437-E078-4D3C-95B7-9E989BB6309E}" srcOrd="0" destOrd="0" parTransId="{09855B5F-B3A7-46D5-83D6-580F1FB9B413}" sibTransId="{62383930-DB9B-4CAC-81DE-CC30645FFE42}"/>
    <dgm:cxn modelId="{52549987-8BC1-4FA1-9696-4160FD48CC28}" type="presOf" srcId="{6182BA46-74FD-479E-A13F-37996B9A13C2}" destId="{49720DE4-6B67-4268-816E-7E0A62F6CDDA}" srcOrd="0" destOrd="2" presId="urn:microsoft.com/office/officeart/2005/8/layout/hList6"/>
    <dgm:cxn modelId="{7583219B-A325-422B-A94E-B4BB9760FD2A}" srcId="{E3C534AF-31FF-40F8-9167-36B12DC16639}" destId="{75B75AFA-4209-4550-B3BB-8435CB8D5EE8}" srcOrd="0" destOrd="0" parTransId="{8C6A185C-8D7C-4D3E-8D6F-7CF9CCDD8F8B}" sibTransId="{3D54ADA0-35AF-4812-B02D-0334B7B123A6}"/>
    <dgm:cxn modelId="{661B729B-9D7A-4DF7-8495-DA0803B9947F}" type="presOf" srcId="{87EFD437-E078-4D3C-95B7-9E989BB6309E}" destId="{49720DE4-6B67-4268-816E-7E0A62F6CDDA}" srcOrd="0" destOrd="1" presId="urn:microsoft.com/office/officeart/2005/8/layout/hList6"/>
    <dgm:cxn modelId="{BE7291B6-7ABC-447A-8252-E15850EE18E8}" srcId="{1D3D2A15-5969-44CB-95A4-DF46E91FC73F}" destId="{029768E7-122A-436C-87DF-35A0BF198B68}" srcOrd="1" destOrd="0" parTransId="{758B7AF9-7787-4461-9E99-4DF70909B7B3}" sibTransId="{B0AC5B79-CB44-40DD-B93B-2C62C8FA5723}"/>
    <dgm:cxn modelId="{2D2D9EC8-858D-47F9-B0F3-6E44467E2B2A}" type="presOf" srcId="{75B75AFA-4209-4550-B3BB-8435CB8D5EE8}" destId="{3D3EE705-CA39-403A-8794-9C1C217F3CF0}" srcOrd="0" destOrd="1" presId="urn:microsoft.com/office/officeart/2005/8/layout/hList6"/>
    <dgm:cxn modelId="{08FF81D2-6285-4CED-A461-3953B24EFD70}" srcId="{1D3D2A15-5969-44CB-95A4-DF46E91FC73F}" destId="{2918C07E-7329-4DF7-8093-DAFF50CBDD69}" srcOrd="0" destOrd="0" parTransId="{88C48E20-9F64-4006-B448-43E50C1D8407}" sibTransId="{90A0CB2D-F4F3-46EF-9270-80B8A7BF5694}"/>
    <dgm:cxn modelId="{9BF0EAE3-B2D8-408E-9B49-9C79D04D6B1A}" type="presOf" srcId="{027DD6CF-04A4-4D04-B8A7-498639312E06}" destId="{49720DE4-6B67-4268-816E-7E0A62F6CDDA}" srcOrd="0" destOrd="0" presId="urn:microsoft.com/office/officeart/2005/8/layout/hList6"/>
    <dgm:cxn modelId="{64AD77F3-5581-4464-819F-D4BD79993845}" type="presOf" srcId="{FBA4351A-F034-4A87-AB77-945C8DA1DD13}" destId="{C3404F64-F8DD-459B-82B4-4BE067129053}" srcOrd="0" destOrd="0" presId="urn:microsoft.com/office/officeart/2005/8/layout/hList6"/>
    <dgm:cxn modelId="{12AE8FF9-0E9C-4FFF-B7D4-7CD377009597}" srcId="{FBA4351A-F034-4A87-AB77-945C8DA1DD13}" destId="{027DD6CF-04A4-4D04-B8A7-498639312E06}" srcOrd="2" destOrd="0" parTransId="{7DEE7B9A-4EC7-4AED-B56B-D2DB8F50F7FF}" sibTransId="{4E48AD04-2F1D-42A1-BBAF-1CDF19E90268}"/>
    <dgm:cxn modelId="{DDDE0A68-163B-4950-BEAB-68DFDF1A196C}" type="presParOf" srcId="{C3404F64-F8DD-459B-82B4-4BE067129053}" destId="{3D3EE705-CA39-403A-8794-9C1C217F3CF0}" srcOrd="0" destOrd="0" presId="urn:microsoft.com/office/officeart/2005/8/layout/hList6"/>
    <dgm:cxn modelId="{2FEC6B75-3DCD-4386-AD7C-153A00EEDE77}" type="presParOf" srcId="{C3404F64-F8DD-459B-82B4-4BE067129053}" destId="{59F5C28E-FEF0-48B5-862A-A3E25D5AC9CE}" srcOrd="1" destOrd="0" presId="urn:microsoft.com/office/officeart/2005/8/layout/hList6"/>
    <dgm:cxn modelId="{51183B71-6C83-40C1-8072-690550B4505C}" type="presParOf" srcId="{C3404F64-F8DD-459B-82B4-4BE067129053}" destId="{8F3142DC-FB16-43D7-8EC9-27900518A59B}" srcOrd="2" destOrd="0" presId="urn:microsoft.com/office/officeart/2005/8/layout/hList6"/>
    <dgm:cxn modelId="{D156BF1C-2B72-4A72-9568-3785D71E3906}" type="presParOf" srcId="{C3404F64-F8DD-459B-82B4-4BE067129053}" destId="{F271C0FB-9FC9-42BE-BDB1-9B584494570D}" srcOrd="3" destOrd="0" presId="urn:microsoft.com/office/officeart/2005/8/layout/hList6"/>
    <dgm:cxn modelId="{C2186DC7-6F33-464A-84FD-90DA60E6C5C2}" type="presParOf" srcId="{C3404F64-F8DD-459B-82B4-4BE067129053}" destId="{49720DE4-6B67-4268-816E-7E0A62F6CDDA}" srcOrd="4"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C0019-632F-42DB-9BEF-46C1B226CE43}">
      <dsp:nvSpPr>
        <dsp:cNvPr id="0" name=""/>
        <dsp:cNvSpPr/>
      </dsp:nvSpPr>
      <dsp:spPr>
        <a:xfrm rot="5400000">
          <a:off x="3664147" y="113526"/>
          <a:ext cx="1731338" cy="1506264"/>
        </a:xfrm>
        <a:prstGeom prst="hexagon">
          <a:avLst>
            <a:gd name="adj" fmla="val 25000"/>
            <a:gd name="vf" fmla="val 115470"/>
          </a:avLst>
        </a:prstGeom>
        <a:solidFill>
          <a:schemeClr val="tx2">
            <a:lumMod val="40000"/>
            <a:lumOff val="6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Academic</a:t>
          </a:r>
          <a:r>
            <a:rPr lang="en-IN" sz="1400" b="1" i="0" kern="1200" dirty="0">
              <a:solidFill>
                <a:schemeClr val="tx2"/>
              </a:solidFill>
              <a:latin typeface="Calibri" panose="020F0502020204030204" pitchFamily="34" charset="0"/>
              <a:cs typeface="Calibri" panose="020F0502020204030204" pitchFamily="34" charset="0"/>
            </a:rPr>
            <a:t> Recognition</a:t>
          </a:r>
          <a:endParaRPr lang="hi-IN" sz="1400" kern="1200" dirty="0">
            <a:solidFill>
              <a:schemeClr val="tx2"/>
            </a:solidFill>
            <a:latin typeface="Calibri" panose="020F0502020204030204" pitchFamily="34" charset="0"/>
          </a:endParaRPr>
        </a:p>
      </dsp:txBody>
      <dsp:txXfrm rot="-5400000">
        <a:off x="4011410" y="270789"/>
        <a:ext cx="1036812" cy="1191738"/>
      </dsp:txXfrm>
    </dsp:sp>
    <dsp:sp modelId="{EC600E83-BEB0-44C0-9983-9C77EAED87A7}">
      <dsp:nvSpPr>
        <dsp:cNvPr id="0" name=""/>
        <dsp:cNvSpPr/>
      </dsp:nvSpPr>
      <dsp:spPr>
        <a:xfrm>
          <a:off x="5328656" y="347257"/>
          <a:ext cx="1932174" cy="1038803"/>
        </a:xfrm>
        <a:prstGeom prst="rect">
          <a:avLst/>
        </a:prstGeom>
        <a:noFill/>
        <a:ln>
          <a:noFill/>
        </a:ln>
        <a:effectLst/>
      </dsp:spPr>
      <dsp:style>
        <a:lnRef idx="0">
          <a:scrgbClr r="0" g="0" b="0"/>
        </a:lnRef>
        <a:fillRef idx="0">
          <a:scrgbClr r="0" g="0" b="0"/>
        </a:fillRef>
        <a:effectRef idx="0">
          <a:scrgbClr r="0" g="0" b="0"/>
        </a:effectRef>
        <a:fontRef idx="minor"/>
      </dsp:style>
    </dsp:sp>
    <dsp:sp modelId="{41E95A20-F17B-420C-B9CB-3753384EBA1C}">
      <dsp:nvSpPr>
        <dsp:cNvPr id="0" name=""/>
        <dsp:cNvSpPr/>
      </dsp:nvSpPr>
      <dsp:spPr>
        <a:xfrm rot="5400000">
          <a:off x="2037381" y="74672"/>
          <a:ext cx="1731338" cy="1583973"/>
        </a:xfrm>
        <a:prstGeom prst="hexagon">
          <a:avLst>
            <a:gd name="adj" fmla="val 25000"/>
            <a:gd name="vf" fmla="val 115470"/>
          </a:avLst>
        </a:prstGeom>
        <a:solidFill>
          <a:schemeClr val="tx2">
            <a:lumMod val="40000"/>
            <a:lumOff val="6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Knowledge Dissemination</a:t>
          </a:r>
          <a:endParaRPr lang="hi-IN" sz="1400" b="1" i="0" kern="1200" dirty="0">
            <a:solidFill>
              <a:srgbClr val="1F497D"/>
            </a:solidFill>
            <a:latin typeface="Calibri" panose="020F0502020204030204" pitchFamily="34" charset="0"/>
            <a:ea typeface="+mn-ea"/>
            <a:cs typeface="Calibri" panose="020F0502020204030204" pitchFamily="34" charset="0"/>
          </a:endParaRPr>
        </a:p>
      </dsp:txBody>
      <dsp:txXfrm rot="-5400000">
        <a:off x="2363823" y="277266"/>
        <a:ext cx="1078453" cy="1178786"/>
      </dsp:txXfrm>
    </dsp:sp>
    <dsp:sp modelId="{CA3E34D7-946A-4BB4-9B96-F6BE1D0C9DF2}">
      <dsp:nvSpPr>
        <dsp:cNvPr id="0" name=""/>
        <dsp:cNvSpPr/>
      </dsp:nvSpPr>
      <dsp:spPr>
        <a:xfrm rot="5400000">
          <a:off x="2847647" y="1583087"/>
          <a:ext cx="1731338" cy="1506264"/>
        </a:xfrm>
        <a:prstGeom prst="hexagon">
          <a:avLst>
            <a:gd name="adj" fmla="val 25000"/>
            <a:gd name="vf" fmla="val 115470"/>
          </a:avLst>
        </a:prstGeom>
        <a:solidFill>
          <a:schemeClr val="tx2">
            <a:lumMod val="40000"/>
            <a:lumOff val="6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rgbClr val="1F497D"/>
              </a:solidFill>
              <a:latin typeface="Calibri" panose="020F0502020204030204" pitchFamily="34" charset="0"/>
              <a:ea typeface="+mn-ea"/>
              <a:cs typeface="Calibri" panose="020F0502020204030204" pitchFamily="34" charset="0"/>
            </a:rPr>
            <a:t>Impact on Policy and Practice</a:t>
          </a:r>
          <a:endParaRPr lang="hi-IN" sz="1400" b="1" i="0" kern="1200" dirty="0">
            <a:solidFill>
              <a:srgbClr val="1F497D"/>
            </a:solidFill>
            <a:latin typeface="Calibri" panose="020F0502020204030204" pitchFamily="34" charset="0"/>
            <a:ea typeface="+mn-ea"/>
            <a:cs typeface="Calibri" panose="020F0502020204030204" pitchFamily="34" charset="0"/>
          </a:endParaRPr>
        </a:p>
      </dsp:txBody>
      <dsp:txXfrm rot="-5400000">
        <a:off x="3194910" y="1740350"/>
        <a:ext cx="1036812" cy="1191738"/>
      </dsp:txXfrm>
    </dsp:sp>
    <dsp:sp modelId="{8AF3D987-6E42-4638-B72F-452D2BD20F28}">
      <dsp:nvSpPr>
        <dsp:cNvPr id="0" name=""/>
        <dsp:cNvSpPr/>
      </dsp:nvSpPr>
      <dsp:spPr>
        <a:xfrm>
          <a:off x="1028010" y="1816817"/>
          <a:ext cx="1869845" cy="1038803"/>
        </a:xfrm>
        <a:prstGeom prst="rect">
          <a:avLst/>
        </a:prstGeom>
        <a:noFill/>
        <a:ln>
          <a:noFill/>
        </a:ln>
        <a:effectLst/>
      </dsp:spPr>
      <dsp:style>
        <a:lnRef idx="0">
          <a:scrgbClr r="0" g="0" b="0"/>
        </a:lnRef>
        <a:fillRef idx="0">
          <a:scrgbClr r="0" g="0" b="0"/>
        </a:fillRef>
        <a:effectRef idx="0">
          <a:scrgbClr r="0" g="0" b="0"/>
        </a:effectRef>
        <a:fontRef idx="minor"/>
      </dsp:style>
    </dsp:sp>
    <dsp:sp modelId="{993CD888-D345-45F3-A228-308EA10E0514}">
      <dsp:nvSpPr>
        <dsp:cNvPr id="0" name=""/>
        <dsp:cNvSpPr/>
      </dsp:nvSpPr>
      <dsp:spPr>
        <a:xfrm rot="5400000">
          <a:off x="4474413" y="1583087"/>
          <a:ext cx="1731338" cy="1506264"/>
        </a:xfrm>
        <a:prstGeom prst="hexagon">
          <a:avLst>
            <a:gd name="adj" fmla="val 25000"/>
            <a:gd name="vf" fmla="val 115470"/>
          </a:avLst>
        </a:prstGeom>
        <a:solidFill>
          <a:schemeClr val="tx2">
            <a:lumMod val="40000"/>
            <a:lumOff val="6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b="1" i="0" kern="1200" dirty="0">
              <a:solidFill>
                <a:schemeClr val="tx1"/>
              </a:solidFill>
              <a:latin typeface="Calibri" panose="020F0502020204030204" pitchFamily="34" charset="0"/>
              <a:cs typeface="Calibri" panose="020F0502020204030204" pitchFamily="34" charset="0"/>
            </a:rPr>
            <a:t>Longevity</a:t>
          </a:r>
          <a:endParaRPr lang="hi-IN" sz="1400" kern="1200" dirty="0">
            <a:solidFill>
              <a:schemeClr val="tx1"/>
            </a:solidFill>
            <a:latin typeface="Calibri" panose="020F0502020204030204" pitchFamily="34" charset="0"/>
          </a:endParaRPr>
        </a:p>
      </dsp:txBody>
      <dsp:txXfrm rot="-5400000">
        <a:off x="4821676" y="1740350"/>
        <a:ext cx="1036812" cy="1191738"/>
      </dsp:txXfrm>
    </dsp:sp>
    <dsp:sp modelId="{0EB13058-DDF9-48FE-95E7-12254789BA97}">
      <dsp:nvSpPr>
        <dsp:cNvPr id="0" name=""/>
        <dsp:cNvSpPr/>
      </dsp:nvSpPr>
      <dsp:spPr>
        <a:xfrm rot="5400000">
          <a:off x="3664147" y="3052647"/>
          <a:ext cx="1731338" cy="1506264"/>
        </a:xfrm>
        <a:prstGeom prst="hexagon">
          <a:avLst>
            <a:gd name="adj" fmla="val 25000"/>
            <a:gd name="vf" fmla="val 115470"/>
          </a:avLst>
        </a:prstGeom>
        <a:solidFill>
          <a:schemeClr val="tx2">
            <a:lumMod val="40000"/>
            <a:lumOff val="6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Networking</a:t>
          </a:r>
          <a:endParaRPr lang="hi-IN" sz="1400" b="1" i="0" kern="1200" dirty="0">
            <a:solidFill>
              <a:srgbClr val="1F497D"/>
            </a:solidFill>
            <a:latin typeface="Calibri" panose="020F0502020204030204" pitchFamily="34" charset="0"/>
            <a:ea typeface="+mn-ea"/>
            <a:cs typeface="Calibri" panose="020F0502020204030204" pitchFamily="34" charset="0"/>
          </a:endParaRPr>
        </a:p>
      </dsp:txBody>
      <dsp:txXfrm rot="-5400000">
        <a:off x="4011410" y="3209910"/>
        <a:ext cx="1036812" cy="1191738"/>
      </dsp:txXfrm>
    </dsp:sp>
    <dsp:sp modelId="{490C8D09-042F-4250-8F04-70853C4B3B08}">
      <dsp:nvSpPr>
        <dsp:cNvPr id="0" name=""/>
        <dsp:cNvSpPr/>
      </dsp:nvSpPr>
      <dsp:spPr>
        <a:xfrm>
          <a:off x="5328656" y="3286378"/>
          <a:ext cx="1932174" cy="1038803"/>
        </a:xfrm>
        <a:prstGeom prst="rect">
          <a:avLst/>
        </a:prstGeom>
        <a:noFill/>
        <a:ln>
          <a:noFill/>
        </a:ln>
        <a:effectLst/>
      </dsp:spPr>
      <dsp:style>
        <a:lnRef idx="0">
          <a:scrgbClr r="0" g="0" b="0"/>
        </a:lnRef>
        <a:fillRef idx="0">
          <a:scrgbClr r="0" g="0" b="0"/>
        </a:fillRef>
        <a:effectRef idx="0">
          <a:scrgbClr r="0" g="0" b="0"/>
        </a:effectRef>
        <a:fontRef idx="minor"/>
      </dsp:style>
    </dsp:sp>
    <dsp:sp modelId="{B6B5E3AC-7976-49F7-8AD7-D2671D3A416A}">
      <dsp:nvSpPr>
        <dsp:cNvPr id="0" name=""/>
        <dsp:cNvSpPr/>
      </dsp:nvSpPr>
      <dsp:spPr>
        <a:xfrm rot="5400000">
          <a:off x="2037381" y="3052647"/>
          <a:ext cx="1731338" cy="1506264"/>
        </a:xfrm>
        <a:prstGeom prst="hexagon">
          <a:avLst>
            <a:gd name="adj" fmla="val 25000"/>
            <a:gd name="vf" fmla="val 115470"/>
          </a:avLst>
        </a:prstGeom>
        <a:solidFill>
          <a:schemeClr val="tx2">
            <a:lumMod val="40000"/>
            <a:lumOff val="6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b="1" i="0" kern="1200" dirty="0">
              <a:solidFill>
                <a:srgbClr val="1F497D"/>
              </a:solidFill>
              <a:latin typeface="Calibri" panose="020F0502020204030204" pitchFamily="34" charset="0"/>
              <a:ea typeface="+mn-ea"/>
              <a:cs typeface="Calibri" panose="020F0502020204030204" pitchFamily="34" charset="0"/>
            </a:rPr>
            <a:t>Credibility</a:t>
          </a:r>
          <a:endParaRPr lang="hi-IN" sz="1400" b="1" i="0" kern="1200" dirty="0">
            <a:solidFill>
              <a:srgbClr val="1F497D"/>
            </a:solidFill>
            <a:latin typeface="Calibri" panose="020F0502020204030204" pitchFamily="34" charset="0"/>
            <a:ea typeface="+mn-ea"/>
            <a:cs typeface="Calibri" panose="020F0502020204030204" pitchFamily="34" charset="0"/>
          </a:endParaRPr>
        </a:p>
      </dsp:txBody>
      <dsp:txXfrm rot="-5400000">
        <a:off x="2384644" y="3209910"/>
        <a:ext cx="1036812" cy="1191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28014E-72A3-4CBC-B592-080D1C30736C}">
      <dsp:nvSpPr>
        <dsp:cNvPr id="0" name=""/>
        <dsp:cNvSpPr/>
      </dsp:nvSpPr>
      <dsp:spPr>
        <a:xfrm>
          <a:off x="1595820" y="969751"/>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754897" y="1013636"/>
        <a:ext cx="18355" cy="3671"/>
      </dsp:txXfrm>
    </dsp:sp>
    <dsp:sp modelId="{B26124AC-9ABB-482F-80CC-40E841C5D9E1}">
      <dsp:nvSpPr>
        <dsp:cNvPr id="0" name=""/>
        <dsp:cNvSpPr/>
      </dsp:nvSpPr>
      <dsp:spPr>
        <a:xfrm>
          <a:off x="1490" y="536632"/>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Submit Proposal </a:t>
          </a:r>
          <a:endParaRPr lang="en-IN" sz="1700" kern="1200" dirty="0"/>
        </a:p>
      </dsp:txBody>
      <dsp:txXfrm>
        <a:off x="1490" y="536632"/>
        <a:ext cx="1596130" cy="957678"/>
      </dsp:txXfrm>
    </dsp:sp>
    <dsp:sp modelId="{6CF4FDFB-ED3B-4072-9332-CD5BEF46D8C8}">
      <dsp:nvSpPr>
        <dsp:cNvPr id="0" name=""/>
        <dsp:cNvSpPr/>
      </dsp:nvSpPr>
      <dsp:spPr>
        <a:xfrm>
          <a:off x="3559060" y="969751"/>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18138" y="1013636"/>
        <a:ext cx="18355" cy="3671"/>
      </dsp:txXfrm>
    </dsp:sp>
    <dsp:sp modelId="{51AEE71F-1272-4D30-A256-700FE5DF9AFB}">
      <dsp:nvSpPr>
        <dsp:cNvPr id="0" name=""/>
        <dsp:cNvSpPr/>
      </dsp:nvSpPr>
      <dsp:spPr>
        <a:xfrm>
          <a:off x="1964730" y="536632"/>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Internal Editorial Assessment </a:t>
          </a:r>
          <a:endParaRPr lang="en-IN" sz="1700" kern="1200" dirty="0"/>
        </a:p>
      </dsp:txBody>
      <dsp:txXfrm>
        <a:off x="1964730" y="536632"/>
        <a:ext cx="1596130" cy="957678"/>
      </dsp:txXfrm>
    </dsp:sp>
    <dsp:sp modelId="{24B737A7-844A-4D19-9BD8-9C8801C34BB5}">
      <dsp:nvSpPr>
        <dsp:cNvPr id="0" name=""/>
        <dsp:cNvSpPr/>
      </dsp:nvSpPr>
      <dsp:spPr>
        <a:xfrm>
          <a:off x="5522301" y="969751"/>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681378" y="1013636"/>
        <a:ext cx="18355" cy="3671"/>
      </dsp:txXfrm>
    </dsp:sp>
    <dsp:sp modelId="{5CB65531-D5E0-4ACD-B225-33654942A766}">
      <dsp:nvSpPr>
        <dsp:cNvPr id="0" name=""/>
        <dsp:cNvSpPr/>
      </dsp:nvSpPr>
      <dsp:spPr>
        <a:xfrm>
          <a:off x="3927971" y="536632"/>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Peer Review</a:t>
          </a:r>
          <a:endParaRPr lang="en-IN" sz="1700" kern="1200" dirty="0"/>
        </a:p>
      </dsp:txBody>
      <dsp:txXfrm>
        <a:off x="3927971" y="536632"/>
        <a:ext cx="1596130" cy="957678"/>
      </dsp:txXfrm>
    </dsp:sp>
    <dsp:sp modelId="{A8E924A5-D990-4165-9EB3-9385E9E400E9}">
      <dsp:nvSpPr>
        <dsp:cNvPr id="0" name=""/>
        <dsp:cNvSpPr/>
      </dsp:nvSpPr>
      <dsp:spPr>
        <a:xfrm>
          <a:off x="799555" y="1492510"/>
          <a:ext cx="5889721" cy="336510"/>
        </a:xfrm>
        <a:custGeom>
          <a:avLst/>
          <a:gdLst/>
          <a:ahLst/>
          <a:cxnLst/>
          <a:rect l="0" t="0" r="0" b="0"/>
          <a:pathLst>
            <a:path>
              <a:moveTo>
                <a:pt x="5889721" y="0"/>
              </a:moveTo>
              <a:lnTo>
                <a:pt x="5889721" y="185355"/>
              </a:lnTo>
              <a:lnTo>
                <a:pt x="0" y="185355"/>
              </a:lnTo>
              <a:lnTo>
                <a:pt x="0" y="33651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596887" y="1658930"/>
        <a:ext cx="295057" cy="3671"/>
      </dsp:txXfrm>
    </dsp:sp>
    <dsp:sp modelId="{2F9C3423-64DF-4095-BBB2-16F9EABDA413}">
      <dsp:nvSpPr>
        <dsp:cNvPr id="0" name=""/>
        <dsp:cNvSpPr/>
      </dsp:nvSpPr>
      <dsp:spPr>
        <a:xfrm>
          <a:off x="5891211" y="536632"/>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Discuss review </a:t>
          </a:r>
          <a:endParaRPr lang="en-IN" sz="1700" kern="1200" dirty="0"/>
        </a:p>
      </dsp:txBody>
      <dsp:txXfrm>
        <a:off x="5891211" y="536632"/>
        <a:ext cx="1596130" cy="957678"/>
      </dsp:txXfrm>
    </dsp:sp>
    <dsp:sp modelId="{C2F188D0-D223-493F-B97A-8D7A6875F2E8}">
      <dsp:nvSpPr>
        <dsp:cNvPr id="0" name=""/>
        <dsp:cNvSpPr/>
      </dsp:nvSpPr>
      <dsp:spPr>
        <a:xfrm>
          <a:off x="1595820" y="2294540"/>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754897" y="2338424"/>
        <a:ext cx="18355" cy="3671"/>
      </dsp:txXfrm>
    </dsp:sp>
    <dsp:sp modelId="{68E7C9EE-81E3-455A-8B9B-B32F3D7D4789}">
      <dsp:nvSpPr>
        <dsp:cNvPr id="0" name=""/>
        <dsp:cNvSpPr/>
      </dsp:nvSpPr>
      <dsp:spPr>
        <a:xfrm>
          <a:off x="1490" y="1861420"/>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Editorial Board Meeting </a:t>
          </a:r>
          <a:endParaRPr lang="en-IN" sz="1700" kern="1200" dirty="0"/>
        </a:p>
      </dsp:txBody>
      <dsp:txXfrm>
        <a:off x="1490" y="1861420"/>
        <a:ext cx="1596130" cy="957678"/>
      </dsp:txXfrm>
    </dsp:sp>
    <dsp:sp modelId="{3EBEE698-A841-4CB1-A434-7EE0F1A6C0C4}">
      <dsp:nvSpPr>
        <dsp:cNvPr id="0" name=""/>
        <dsp:cNvSpPr/>
      </dsp:nvSpPr>
      <dsp:spPr>
        <a:xfrm>
          <a:off x="3559060" y="2294540"/>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18138" y="2338424"/>
        <a:ext cx="18355" cy="3671"/>
      </dsp:txXfrm>
    </dsp:sp>
    <dsp:sp modelId="{5AA8A7F1-3B3E-415A-8D47-F0AD0D36ADB3}">
      <dsp:nvSpPr>
        <dsp:cNvPr id="0" name=""/>
        <dsp:cNvSpPr/>
      </dsp:nvSpPr>
      <dsp:spPr>
        <a:xfrm>
          <a:off x="1964730" y="1861420"/>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Sign Contract </a:t>
          </a:r>
          <a:endParaRPr lang="en-IN" sz="1700" kern="1200" dirty="0"/>
        </a:p>
      </dsp:txBody>
      <dsp:txXfrm>
        <a:off x="1964730" y="1861420"/>
        <a:ext cx="1596130" cy="957678"/>
      </dsp:txXfrm>
    </dsp:sp>
    <dsp:sp modelId="{79C20779-B21D-44BC-ABA3-281414463B86}">
      <dsp:nvSpPr>
        <dsp:cNvPr id="0" name=""/>
        <dsp:cNvSpPr/>
      </dsp:nvSpPr>
      <dsp:spPr>
        <a:xfrm>
          <a:off x="5522301" y="2294540"/>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681378" y="2338424"/>
        <a:ext cx="18355" cy="3671"/>
      </dsp:txXfrm>
    </dsp:sp>
    <dsp:sp modelId="{6C4F884F-E282-42E1-AFEE-01376879BB4F}">
      <dsp:nvSpPr>
        <dsp:cNvPr id="0" name=""/>
        <dsp:cNvSpPr/>
      </dsp:nvSpPr>
      <dsp:spPr>
        <a:xfrm>
          <a:off x="3927971" y="1861420"/>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Writing Phase </a:t>
          </a:r>
          <a:endParaRPr lang="en-IN" sz="1700" kern="1200" dirty="0"/>
        </a:p>
      </dsp:txBody>
      <dsp:txXfrm>
        <a:off x="3927971" y="1861420"/>
        <a:ext cx="1596130" cy="957678"/>
      </dsp:txXfrm>
    </dsp:sp>
    <dsp:sp modelId="{18890522-2444-428D-AEE5-6CD522C709F7}">
      <dsp:nvSpPr>
        <dsp:cNvPr id="0" name=""/>
        <dsp:cNvSpPr/>
      </dsp:nvSpPr>
      <dsp:spPr>
        <a:xfrm>
          <a:off x="799555" y="2817299"/>
          <a:ext cx="5889721" cy="336510"/>
        </a:xfrm>
        <a:custGeom>
          <a:avLst/>
          <a:gdLst/>
          <a:ahLst/>
          <a:cxnLst/>
          <a:rect l="0" t="0" r="0" b="0"/>
          <a:pathLst>
            <a:path>
              <a:moveTo>
                <a:pt x="5889721" y="0"/>
              </a:moveTo>
              <a:lnTo>
                <a:pt x="5889721" y="185355"/>
              </a:lnTo>
              <a:lnTo>
                <a:pt x="0" y="185355"/>
              </a:lnTo>
              <a:lnTo>
                <a:pt x="0" y="33651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596887" y="2983718"/>
        <a:ext cx="295057" cy="3671"/>
      </dsp:txXfrm>
    </dsp:sp>
    <dsp:sp modelId="{912FABD9-52B5-4B71-A2B0-2DE5710F4D87}">
      <dsp:nvSpPr>
        <dsp:cNvPr id="0" name=""/>
        <dsp:cNvSpPr/>
      </dsp:nvSpPr>
      <dsp:spPr>
        <a:xfrm>
          <a:off x="5891211" y="1861420"/>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Manuscript Delivery </a:t>
          </a:r>
          <a:endParaRPr lang="en-IN" sz="1700" kern="1200" dirty="0"/>
        </a:p>
      </dsp:txBody>
      <dsp:txXfrm>
        <a:off x="5891211" y="1861420"/>
        <a:ext cx="1596130" cy="957678"/>
      </dsp:txXfrm>
    </dsp:sp>
    <dsp:sp modelId="{F275DAA0-6A41-4978-8417-BF859176BA71}">
      <dsp:nvSpPr>
        <dsp:cNvPr id="0" name=""/>
        <dsp:cNvSpPr/>
      </dsp:nvSpPr>
      <dsp:spPr>
        <a:xfrm>
          <a:off x="1595820" y="3619328"/>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754897" y="3663212"/>
        <a:ext cx="18355" cy="3671"/>
      </dsp:txXfrm>
    </dsp:sp>
    <dsp:sp modelId="{994F0381-1D45-4997-A1A8-80FA0029B509}">
      <dsp:nvSpPr>
        <dsp:cNvPr id="0" name=""/>
        <dsp:cNvSpPr/>
      </dsp:nvSpPr>
      <dsp:spPr>
        <a:xfrm>
          <a:off x="1490" y="3186209"/>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Production </a:t>
          </a:r>
          <a:endParaRPr lang="en-IN" sz="1700" kern="1200" dirty="0"/>
        </a:p>
      </dsp:txBody>
      <dsp:txXfrm>
        <a:off x="1490" y="3186209"/>
        <a:ext cx="1596130" cy="957678"/>
      </dsp:txXfrm>
    </dsp:sp>
    <dsp:sp modelId="{C6C4C4FB-60AF-46BF-AABB-696CB2185030}">
      <dsp:nvSpPr>
        <dsp:cNvPr id="0" name=""/>
        <dsp:cNvSpPr/>
      </dsp:nvSpPr>
      <dsp:spPr>
        <a:xfrm>
          <a:off x="3559060" y="3619328"/>
          <a:ext cx="336510" cy="91440"/>
        </a:xfrm>
        <a:custGeom>
          <a:avLst/>
          <a:gdLst/>
          <a:ahLst/>
          <a:cxnLst/>
          <a:rect l="0" t="0" r="0" b="0"/>
          <a:pathLst>
            <a:path>
              <a:moveTo>
                <a:pt x="0" y="45720"/>
              </a:moveTo>
              <a:lnTo>
                <a:pt x="336510"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18138" y="3663212"/>
        <a:ext cx="18355" cy="3671"/>
      </dsp:txXfrm>
    </dsp:sp>
    <dsp:sp modelId="{84FB6D96-E492-4E88-9A8E-6546C37A6F29}">
      <dsp:nvSpPr>
        <dsp:cNvPr id="0" name=""/>
        <dsp:cNvSpPr/>
      </dsp:nvSpPr>
      <dsp:spPr>
        <a:xfrm>
          <a:off x="1964730" y="3186209"/>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Marketing</a:t>
          </a:r>
          <a:endParaRPr lang="en-IN" sz="1700" kern="1200" dirty="0"/>
        </a:p>
      </dsp:txBody>
      <dsp:txXfrm>
        <a:off x="1964730" y="3186209"/>
        <a:ext cx="1596130" cy="957678"/>
      </dsp:txXfrm>
    </dsp:sp>
    <dsp:sp modelId="{7A184A81-C317-4025-AC17-48787DCF9DCC}">
      <dsp:nvSpPr>
        <dsp:cNvPr id="0" name=""/>
        <dsp:cNvSpPr/>
      </dsp:nvSpPr>
      <dsp:spPr>
        <a:xfrm>
          <a:off x="3927971" y="3186209"/>
          <a:ext cx="1596130" cy="957678"/>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Sales </a:t>
          </a:r>
          <a:endParaRPr lang="en-IN" sz="1700" kern="1200" dirty="0"/>
        </a:p>
      </dsp:txBody>
      <dsp:txXfrm>
        <a:off x="3927971" y="3186209"/>
        <a:ext cx="1596130" cy="957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B388AA-DEF4-44F7-88A6-A3D4B71CAEDE}">
      <dsp:nvSpPr>
        <dsp:cNvPr id="0" name=""/>
        <dsp:cNvSpPr/>
      </dsp:nvSpPr>
      <dsp:spPr>
        <a:xfrm rot="5400000">
          <a:off x="5228336" y="-2266342"/>
          <a:ext cx="494315" cy="5153406"/>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None/>
          </a:pPr>
          <a:r>
            <a:rPr lang="en-US" sz="1400" kern="1200" dirty="0"/>
            <a:t>Chapters in OA books are 7 times more downloaded than non-OA books</a:t>
          </a:r>
          <a:endParaRPr lang="en-GB" sz="1400" kern="1200" dirty="0"/>
        </a:p>
      </dsp:txBody>
      <dsp:txXfrm rot="-5400000">
        <a:off x="2898791" y="87333"/>
        <a:ext cx="5129276" cy="446055"/>
      </dsp:txXfrm>
    </dsp:sp>
    <dsp:sp modelId="{0D70CBBA-D331-440A-A85B-7F2F00EB4341}">
      <dsp:nvSpPr>
        <dsp:cNvPr id="0" name=""/>
        <dsp:cNvSpPr/>
      </dsp:nvSpPr>
      <dsp:spPr>
        <a:xfrm>
          <a:off x="0" y="1413"/>
          <a:ext cx="2898790" cy="617894"/>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Downloads</a:t>
          </a:r>
          <a:endParaRPr lang="en-GB" sz="1700" kern="1200" dirty="0"/>
        </a:p>
      </dsp:txBody>
      <dsp:txXfrm>
        <a:off x="30163" y="31576"/>
        <a:ext cx="2838464" cy="557568"/>
      </dsp:txXfrm>
    </dsp:sp>
    <dsp:sp modelId="{E9AC2E30-17B3-4D5E-9DF1-F697AC21C117}">
      <dsp:nvSpPr>
        <dsp:cNvPr id="0" name=""/>
        <dsp:cNvSpPr/>
      </dsp:nvSpPr>
      <dsp:spPr>
        <a:xfrm rot="5400000">
          <a:off x="5228336" y="-1617553"/>
          <a:ext cx="494315" cy="5153406"/>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None/>
          </a:pPr>
          <a:r>
            <a:rPr lang="en-US" sz="1400" kern="1200" dirty="0"/>
            <a:t>OA books are cited 1.5 times more than non-OA books</a:t>
          </a:r>
          <a:endParaRPr lang="en-GB" sz="1400" kern="1200" dirty="0"/>
        </a:p>
      </dsp:txBody>
      <dsp:txXfrm rot="-5400000">
        <a:off x="2898791" y="736122"/>
        <a:ext cx="5129276" cy="446055"/>
      </dsp:txXfrm>
    </dsp:sp>
    <dsp:sp modelId="{81512777-4E67-4884-96B2-FFC330D17283}">
      <dsp:nvSpPr>
        <dsp:cNvPr id="0" name=""/>
        <dsp:cNvSpPr/>
      </dsp:nvSpPr>
      <dsp:spPr>
        <a:xfrm>
          <a:off x="0" y="650202"/>
          <a:ext cx="2898790" cy="617894"/>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Citations</a:t>
          </a:r>
          <a:endParaRPr lang="en-GB" sz="1700" kern="1200" dirty="0"/>
        </a:p>
      </dsp:txBody>
      <dsp:txXfrm>
        <a:off x="30163" y="680365"/>
        <a:ext cx="2838464" cy="557568"/>
      </dsp:txXfrm>
    </dsp:sp>
    <dsp:sp modelId="{3001D60B-65D6-4034-9364-99F0CE124E2F}">
      <dsp:nvSpPr>
        <dsp:cNvPr id="0" name=""/>
        <dsp:cNvSpPr/>
      </dsp:nvSpPr>
      <dsp:spPr>
        <a:xfrm rot="5400000">
          <a:off x="5228336" y="-968764"/>
          <a:ext cx="494315" cy="5153406"/>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None/>
          </a:pPr>
          <a:r>
            <a:rPr lang="en-US" sz="1400" kern="1200" dirty="0"/>
            <a:t>OA books have approximately twice as many nationally diverse readerships as non-OA books</a:t>
          </a:r>
          <a:endParaRPr lang="en-GB" sz="1400" kern="1200" dirty="0"/>
        </a:p>
      </dsp:txBody>
      <dsp:txXfrm rot="-5400000">
        <a:off x="2898791" y="1384911"/>
        <a:ext cx="5129276" cy="446055"/>
      </dsp:txXfrm>
    </dsp:sp>
    <dsp:sp modelId="{E1F75891-B7E9-4CA8-8482-E4EA59D6A015}">
      <dsp:nvSpPr>
        <dsp:cNvPr id="0" name=""/>
        <dsp:cNvSpPr/>
      </dsp:nvSpPr>
      <dsp:spPr>
        <a:xfrm>
          <a:off x="0" y="1298991"/>
          <a:ext cx="2898790" cy="617894"/>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Readership</a:t>
          </a:r>
          <a:endParaRPr lang="en-GB" sz="1700" kern="1200" dirty="0"/>
        </a:p>
      </dsp:txBody>
      <dsp:txXfrm>
        <a:off x="30163" y="1329154"/>
        <a:ext cx="2838464" cy="557568"/>
      </dsp:txXfrm>
    </dsp:sp>
    <dsp:sp modelId="{7DB7E4AF-EC63-4CBC-9DCC-2BC87EF24334}">
      <dsp:nvSpPr>
        <dsp:cNvPr id="0" name=""/>
        <dsp:cNvSpPr/>
      </dsp:nvSpPr>
      <dsp:spPr>
        <a:xfrm rot="5400000">
          <a:off x="5228336" y="-319974"/>
          <a:ext cx="494315" cy="5153406"/>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None/>
          </a:pPr>
          <a:r>
            <a:rPr lang="en-US" sz="1400" kern="1200" dirty="0"/>
            <a:t>You may connect with researchers in unexpected countries and start joint research</a:t>
          </a:r>
          <a:endParaRPr lang="en-GB" sz="1400" kern="1200" dirty="0"/>
        </a:p>
      </dsp:txBody>
      <dsp:txXfrm rot="-5400000">
        <a:off x="2898791" y="2033701"/>
        <a:ext cx="5129276" cy="446055"/>
      </dsp:txXfrm>
    </dsp:sp>
    <dsp:sp modelId="{372CD92A-EF65-4D85-8AC2-09424DA26BA2}">
      <dsp:nvSpPr>
        <dsp:cNvPr id="0" name=""/>
        <dsp:cNvSpPr/>
      </dsp:nvSpPr>
      <dsp:spPr>
        <a:xfrm>
          <a:off x="0" y="1947780"/>
          <a:ext cx="2898790" cy="617894"/>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International collaboration</a:t>
          </a:r>
          <a:endParaRPr lang="en-GB" sz="1700" kern="1200" dirty="0"/>
        </a:p>
      </dsp:txBody>
      <dsp:txXfrm>
        <a:off x="30163" y="1977943"/>
        <a:ext cx="2838464" cy="557568"/>
      </dsp:txXfrm>
    </dsp:sp>
    <dsp:sp modelId="{1C019913-A2AE-4F3F-8B9D-E531D765CECC}">
      <dsp:nvSpPr>
        <dsp:cNvPr id="0" name=""/>
        <dsp:cNvSpPr/>
      </dsp:nvSpPr>
      <dsp:spPr>
        <a:xfrm rot="5400000">
          <a:off x="5228336" y="328814"/>
          <a:ext cx="494315" cy="5153406"/>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None/>
          </a:pPr>
          <a:r>
            <a:rPr lang="en-US" sz="1400" kern="1200" dirty="0"/>
            <a:t>Researchers who might not otherwise pay for access can read your work and open new routes of collaboration</a:t>
          </a:r>
          <a:endParaRPr lang="en-GB" sz="1400" kern="1200" dirty="0"/>
        </a:p>
      </dsp:txBody>
      <dsp:txXfrm rot="-5400000">
        <a:off x="2898791" y="2682489"/>
        <a:ext cx="5129276" cy="446055"/>
      </dsp:txXfrm>
    </dsp:sp>
    <dsp:sp modelId="{6E2B91D3-DC88-413D-88B1-03737CCCCBB2}">
      <dsp:nvSpPr>
        <dsp:cNvPr id="0" name=""/>
        <dsp:cNvSpPr/>
      </dsp:nvSpPr>
      <dsp:spPr>
        <a:xfrm>
          <a:off x="0" y="2596570"/>
          <a:ext cx="2898790" cy="617894"/>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dirty="0"/>
            <a:t>Interdisciplinary engagement</a:t>
          </a:r>
          <a:endParaRPr lang="en-GB" sz="1700" kern="1200" dirty="0"/>
        </a:p>
      </dsp:txBody>
      <dsp:txXfrm>
        <a:off x="30163" y="2626733"/>
        <a:ext cx="2838464" cy="557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316CD-6E16-48FA-9DB5-C2EC2AB7ED4B}">
      <dsp:nvSpPr>
        <dsp:cNvPr id="0" name=""/>
        <dsp:cNvSpPr/>
      </dsp:nvSpPr>
      <dsp:spPr>
        <a:xfrm>
          <a:off x="712417" y="286718"/>
          <a:ext cx="881889" cy="8818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90BF0A-9194-409C-8C01-214A0C6C6C98}">
      <dsp:nvSpPr>
        <dsp:cNvPr id="0" name=""/>
        <dsp:cNvSpPr/>
      </dsp:nvSpPr>
      <dsp:spPr>
        <a:xfrm>
          <a:off x="173485" y="1459481"/>
          <a:ext cx="1959754"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b="1" kern="1200" dirty="0"/>
            <a:t>Range of Flexible OA book and chapter publishing options</a:t>
          </a:r>
          <a:endParaRPr lang="en-US" sz="1200" b="1" kern="1200" dirty="0"/>
        </a:p>
      </dsp:txBody>
      <dsp:txXfrm>
        <a:off x="173485" y="1459481"/>
        <a:ext cx="1959754" cy="765000"/>
      </dsp:txXfrm>
    </dsp:sp>
    <dsp:sp modelId="{7867961E-1D4F-48B1-92A2-FA51815F7A4D}">
      <dsp:nvSpPr>
        <dsp:cNvPr id="0" name=""/>
        <dsp:cNvSpPr/>
      </dsp:nvSpPr>
      <dsp:spPr>
        <a:xfrm>
          <a:off x="3015129" y="286718"/>
          <a:ext cx="881889" cy="8818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C56672-A4E2-4C7F-ABE9-E310FC92DEB0}">
      <dsp:nvSpPr>
        <dsp:cNvPr id="0" name=""/>
        <dsp:cNvSpPr/>
      </dsp:nvSpPr>
      <dsp:spPr>
        <a:xfrm>
          <a:off x="2476197" y="1459481"/>
          <a:ext cx="1959754"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b="1" kern="1200"/>
            <a:t>Same recognised academic and publishing standards </a:t>
          </a:r>
          <a:endParaRPr lang="en-US" sz="1200" b="1" kern="1200"/>
        </a:p>
      </dsp:txBody>
      <dsp:txXfrm>
        <a:off x="2476197" y="1459481"/>
        <a:ext cx="1959754" cy="765000"/>
      </dsp:txXfrm>
    </dsp:sp>
    <dsp:sp modelId="{A760E8AB-02D3-461E-A0F5-BABE6B9D6547}">
      <dsp:nvSpPr>
        <dsp:cNvPr id="0" name=""/>
        <dsp:cNvSpPr/>
      </dsp:nvSpPr>
      <dsp:spPr>
        <a:xfrm>
          <a:off x="5317841" y="286718"/>
          <a:ext cx="881889" cy="8818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BE5495-A1FE-4563-AF16-508A4F7C625C}">
      <dsp:nvSpPr>
        <dsp:cNvPr id="0" name=""/>
        <dsp:cNvSpPr/>
      </dsp:nvSpPr>
      <dsp:spPr>
        <a:xfrm>
          <a:off x="4778908" y="1459481"/>
          <a:ext cx="1959754"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b="1" kern="1200" dirty="0"/>
            <a:t>Hosted and easily accessed via our </a:t>
          </a:r>
          <a:r>
            <a:rPr lang="en-GB" sz="1200" b="1" kern="1200" dirty="0" err="1"/>
            <a:t>ebook</a:t>
          </a:r>
          <a:r>
            <a:rPr lang="en-GB" sz="1200" b="1" kern="1200" dirty="0"/>
            <a:t> platform and OA specific channels such as OAPEN</a:t>
          </a:r>
          <a:endParaRPr lang="en-US" sz="1200" b="1" kern="1200" dirty="0"/>
        </a:p>
      </dsp:txBody>
      <dsp:txXfrm>
        <a:off x="4778908" y="1459481"/>
        <a:ext cx="1959754" cy="765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8F750-CF25-476D-B3FB-EA0F1FB101EA}">
      <dsp:nvSpPr>
        <dsp:cNvPr id="0" name=""/>
        <dsp:cNvSpPr/>
      </dsp:nvSpPr>
      <dsp:spPr>
        <a:xfrm>
          <a:off x="1369777" y="70039"/>
          <a:ext cx="1235250" cy="12352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69A5D-0602-4FF8-8CDE-8005C9883F1F}">
      <dsp:nvSpPr>
        <dsp:cNvPr id="0" name=""/>
        <dsp:cNvSpPr/>
      </dsp:nvSpPr>
      <dsp:spPr>
        <a:xfrm>
          <a:off x="614902" y="1650491"/>
          <a:ext cx="274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b="1" kern="1200"/>
            <a:t>16 times more readers</a:t>
          </a:r>
          <a:endParaRPr lang="en-US" sz="1200" b="1" kern="1200"/>
        </a:p>
      </dsp:txBody>
      <dsp:txXfrm>
        <a:off x="614902" y="1650491"/>
        <a:ext cx="2745000" cy="720000"/>
      </dsp:txXfrm>
    </dsp:sp>
    <dsp:sp modelId="{CF059FE8-F551-4186-9849-8F7B4EC58114}">
      <dsp:nvSpPr>
        <dsp:cNvPr id="0" name=""/>
        <dsp:cNvSpPr/>
      </dsp:nvSpPr>
      <dsp:spPr>
        <a:xfrm>
          <a:off x="4595153" y="70039"/>
          <a:ext cx="1235250" cy="12352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D91633-CB56-48EB-8BA8-8526533A4724}">
      <dsp:nvSpPr>
        <dsp:cNvPr id="0" name=""/>
        <dsp:cNvSpPr/>
      </dsp:nvSpPr>
      <dsp:spPr>
        <a:xfrm>
          <a:off x="3840278" y="1650491"/>
          <a:ext cx="274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b="1" kern="1200" dirty="0"/>
            <a:t>Twice the geographical reach</a:t>
          </a:r>
          <a:br>
            <a:rPr lang="en-GB" sz="1200" b="1" kern="1200" dirty="0"/>
          </a:br>
          <a:r>
            <a:rPr lang="en-GB" sz="1200" b="1" kern="1200" dirty="0"/>
            <a:t>in the first 6 months</a:t>
          </a:r>
          <a:endParaRPr lang="en-US" sz="1200" b="1" kern="1200" dirty="0"/>
        </a:p>
      </dsp:txBody>
      <dsp:txXfrm>
        <a:off x="3840278" y="1650491"/>
        <a:ext cx="27450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3EE705-CA39-403A-8794-9C1C217F3CF0}">
      <dsp:nvSpPr>
        <dsp:cNvPr id="0" name=""/>
        <dsp:cNvSpPr/>
      </dsp:nvSpPr>
      <dsp:spPr>
        <a:xfrm rot="16200000">
          <a:off x="472964" y="-471980"/>
          <a:ext cx="1615414" cy="25593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08000" rIns="115836" bIns="0" numCol="1" spcCol="1270" anchor="t" anchorCtr="0">
          <a:noAutofit/>
        </a:bodyPr>
        <a:lstStyle/>
        <a:p>
          <a:pPr marL="0" lvl="0" indent="0" algn="l" defTabSz="800100">
            <a:lnSpc>
              <a:spcPct val="90000"/>
            </a:lnSpc>
            <a:spcBef>
              <a:spcPct val="0"/>
            </a:spcBef>
            <a:spcAft>
              <a:spcPct val="35000"/>
            </a:spcAft>
            <a:buNone/>
          </a:pPr>
          <a:r>
            <a:rPr lang="en-GB" sz="1800" kern="1200" dirty="0"/>
            <a:t>Open Access Scholarly Publishers Association</a:t>
          </a:r>
        </a:p>
        <a:p>
          <a:pPr marL="114300" lvl="1" indent="-114300" algn="l" defTabSz="622300">
            <a:lnSpc>
              <a:spcPct val="90000"/>
            </a:lnSpc>
            <a:spcBef>
              <a:spcPct val="0"/>
            </a:spcBef>
            <a:spcAft>
              <a:spcPct val="15000"/>
            </a:spcAft>
            <a:buChar char="•"/>
          </a:pPr>
          <a:r>
            <a:rPr lang="en-GB" sz="1400" kern="1200" dirty="0"/>
            <a:t>Member</a:t>
          </a:r>
        </a:p>
      </dsp:txBody>
      <dsp:txXfrm rot="5400000">
        <a:off x="984" y="0"/>
        <a:ext cx="2559375" cy="1615414"/>
      </dsp:txXfrm>
    </dsp:sp>
    <dsp:sp modelId="{8F3142DC-FB16-43D7-8EC9-27900518A59B}">
      <dsp:nvSpPr>
        <dsp:cNvPr id="0" name=""/>
        <dsp:cNvSpPr/>
      </dsp:nvSpPr>
      <dsp:spPr>
        <a:xfrm rot="16200000">
          <a:off x="3224293" y="-471980"/>
          <a:ext cx="1615414" cy="25593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08000" rIns="115836" bIns="0" numCol="1" spcCol="1270" anchor="t" anchorCtr="0">
          <a:noAutofit/>
        </a:bodyPr>
        <a:lstStyle/>
        <a:p>
          <a:pPr marL="0" lvl="0" indent="0" algn="l" defTabSz="800100">
            <a:lnSpc>
              <a:spcPct val="90000"/>
            </a:lnSpc>
            <a:spcBef>
              <a:spcPct val="0"/>
            </a:spcBef>
            <a:spcAft>
              <a:spcPct val="35000"/>
            </a:spcAft>
            <a:buNone/>
          </a:pPr>
          <a:r>
            <a:rPr lang="en-GB" sz="1800" kern="1200" dirty="0"/>
            <a:t>Open Access Publishing in European Networks</a:t>
          </a:r>
        </a:p>
        <a:p>
          <a:pPr marL="114300" lvl="1" indent="-114300" algn="l" defTabSz="622300">
            <a:lnSpc>
              <a:spcPct val="90000"/>
            </a:lnSpc>
            <a:spcBef>
              <a:spcPct val="0"/>
            </a:spcBef>
            <a:spcAft>
              <a:spcPct val="15000"/>
            </a:spcAft>
            <a:buChar char="•"/>
          </a:pPr>
          <a:r>
            <a:rPr lang="en-GB" sz="1400" kern="1200" dirty="0"/>
            <a:t>Gold Sponsor</a:t>
          </a:r>
        </a:p>
        <a:p>
          <a:pPr marL="114300" lvl="1" indent="-114300" algn="l" defTabSz="622300">
            <a:lnSpc>
              <a:spcPct val="90000"/>
            </a:lnSpc>
            <a:spcBef>
              <a:spcPct val="0"/>
            </a:spcBef>
            <a:spcAft>
              <a:spcPct val="15000"/>
            </a:spcAft>
            <a:buChar char="•"/>
          </a:pPr>
          <a:r>
            <a:rPr lang="en-GB" sz="1400" kern="1200" dirty="0"/>
            <a:t>All our content is deposited in OAPEN library</a:t>
          </a:r>
        </a:p>
      </dsp:txBody>
      <dsp:txXfrm rot="5400000">
        <a:off x="2752313" y="0"/>
        <a:ext cx="2559375" cy="1615414"/>
      </dsp:txXfrm>
    </dsp:sp>
    <dsp:sp modelId="{49720DE4-6B67-4268-816E-7E0A62F6CDDA}">
      <dsp:nvSpPr>
        <dsp:cNvPr id="0" name=""/>
        <dsp:cNvSpPr/>
      </dsp:nvSpPr>
      <dsp:spPr>
        <a:xfrm rot="16200000">
          <a:off x="5975621" y="-471980"/>
          <a:ext cx="1615414" cy="25593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08000" rIns="115836" bIns="0" numCol="1" spcCol="1270" anchor="t" anchorCtr="0">
          <a:noAutofit/>
        </a:bodyPr>
        <a:lstStyle/>
        <a:p>
          <a:pPr marL="0" lvl="0" indent="0" algn="l" defTabSz="800100">
            <a:lnSpc>
              <a:spcPct val="90000"/>
            </a:lnSpc>
            <a:spcBef>
              <a:spcPct val="0"/>
            </a:spcBef>
            <a:spcAft>
              <a:spcPct val="35000"/>
            </a:spcAft>
            <a:buNone/>
          </a:pPr>
          <a:r>
            <a:rPr lang="en-GB" sz="1800" kern="1200" dirty="0"/>
            <a:t>Directory of Open Access Books</a:t>
          </a:r>
        </a:p>
        <a:p>
          <a:pPr marL="114300" lvl="1" indent="-114300" algn="l" defTabSz="622300">
            <a:lnSpc>
              <a:spcPct val="90000"/>
            </a:lnSpc>
            <a:spcBef>
              <a:spcPct val="0"/>
            </a:spcBef>
            <a:spcAft>
              <a:spcPct val="15000"/>
            </a:spcAft>
            <a:buChar char="•"/>
          </a:pPr>
          <a:r>
            <a:rPr lang="en-GB" sz="1400" kern="1200" dirty="0"/>
            <a:t>Publisher Member</a:t>
          </a:r>
        </a:p>
        <a:p>
          <a:pPr marL="114300" lvl="1" indent="-114300" algn="l" defTabSz="622300">
            <a:lnSpc>
              <a:spcPct val="90000"/>
            </a:lnSpc>
            <a:spcBef>
              <a:spcPct val="0"/>
            </a:spcBef>
            <a:spcAft>
              <a:spcPct val="15000"/>
            </a:spcAft>
            <a:buChar char="•"/>
          </a:pPr>
          <a:r>
            <a:rPr lang="en-GB" sz="1400" kern="1200" dirty="0"/>
            <a:t>All our OA books are indexed here</a:t>
          </a:r>
        </a:p>
      </dsp:txBody>
      <dsp:txXfrm rot="5400000">
        <a:off x="5503641" y="0"/>
        <a:ext cx="2559375" cy="1615414"/>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447B1-92F5-446B-AFBE-67769FF9379C}"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3D1EC-E5F4-40AA-8E17-876043D3C63F}" type="slidenum">
              <a:rPr lang="en-IN" smtClean="0"/>
              <a:t>‹#›</a:t>
            </a:fld>
            <a:endParaRPr lang="en-IN"/>
          </a:p>
        </p:txBody>
      </p:sp>
    </p:spTree>
    <p:extLst>
      <p:ext uri="{BB962C8B-B14F-4D97-AF65-F5344CB8AC3E}">
        <p14:creationId xmlns:p14="http://schemas.microsoft.com/office/powerpoint/2010/main" val="3117590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E3D1EC-E5F4-40AA-8E17-876043D3C63F}" type="slidenum">
              <a:rPr lang="en-IN" smtClean="0"/>
              <a:t>3</a:t>
            </a:fld>
            <a:endParaRPr lang="en-IN"/>
          </a:p>
        </p:txBody>
      </p:sp>
    </p:spTree>
    <p:extLst>
      <p:ext uri="{BB962C8B-B14F-4D97-AF65-F5344CB8AC3E}">
        <p14:creationId xmlns:p14="http://schemas.microsoft.com/office/powerpoint/2010/main" val="1898979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Publishing a book carries a multitude of advantages. First and foremost, it serves as a powerful tool for knowledge dissemination, allowing authors to share their expertise, insights, and research with a wider audience. A published book is often considered a significant achievement in academia, leading to increased visibility and credibility within the scholarly community. The books have the potential to shape policy and </a:t>
            </a:r>
            <a:r>
              <a:rPr lang="en-US" b="0" i="0" dirty="0" err="1">
                <a:solidFill>
                  <a:srgbClr val="374151"/>
                </a:solidFill>
                <a:effectLst/>
                <a:latin typeface="Söhne"/>
              </a:rPr>
              <a:t>practice.They</a:t>
            </a:r>
            <a:r>
              <a:rPr lang="en-US" b="0" i="0" dirty="0">
                <a:solidFill>
                  <a:srgbClr val="374151"/>
                </a:solidFill>
                <a:effectLst/>
                <a:latin typeface="Söhne"/>
              </a:rPr>
              <a:t> offer increased longevity-They can continue to inform and inspire readers for generations, leaving a lasting impact on the intellectual landscape. Authors are perceived as experts in their respective fields, Authors can connect with fellow authors, experts, and professionals in their field, facilitating valuable collaborations and knowledge exchange. </a:t>
            </a:r>
            <a:endParaRPr lang="hi-IN" dirty="0"/>
          </a:p>
        </p:txBody>
      </p:sp>
      <p:sp>
        <p:nvSpPr>
          <p:cNvPr id="4" name="Slide Number Placeholder 3"/>
          <p:cNvSpPr>
            <a:spLocks noGrp="1"/>
          </p:cNvSpPr>
          <p:nvPr>
            <p:ph type="sldNum" sz="quarter" idx="5"/>
          </p:nvPr>
        </p:nvSpPr>
        <p:spPr/>
        <p:txBody>
          <a:bodyPr/>
          <a:lstStyle/>
          <a:p>
            <a:fld id="{A6786A8B-F3E6-427E-9BC5-DE8115D19A4F}" type="slidenum">
              <a:rPr lang="en-GB" smtClean="0"/>
              <a:t>7</a:t>
            </a:fld>
            <a:endParaRPr lang="en-GB"/>
          </a:p>
        </p:txBody>
      </p:sp>
    </p:spTree>
    <p:extLst>
      <p:ext uri="{BB962C8B-B14F-4D97-AF65-F5344CB8AC3E}">
        <p14:creationId xmlns:p14="http://schemas.microsoft.com/office/powerpoint/2010/main" val="3432917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59A11822-6A85-4640-8C54-FA88CE0BD760}"/>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FC452393-962A-4891-BA14-2AF54F5CA9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What – can’t be all your research – maybe a project, or your thesis, </a:t>
            </a:r>
          </a:p>
          <a:p>
            <a:r>
              <a:rPr lang="en-GB" altLang="en-US" dirty="0"/>
              <a:t>Start shaping the story you want to tell</a:t>
            </a:r>
          </a:p>
          <a:p>
            <a:r>
              <a:rPr lang="en-GB" altLang="en-US" dirty="0"/>
              <a:t>It needs to be original – not been researched before </a:t>
            </a:r>
            <a:r>
              <a:rPr lang="en-GB" altLang="en-US" i="1" dirty="0"/>
              <a:t>or </a:t>
            </a:r>
            <a:r>
              <a:rPr lang="en-GB" altLang="en-US" dirty="0"/>
              <a:t>not been researched in that way (different methods and methodology, different context) </a:t>
            </a:r>
            <a:r>
              <a:rPr lang="en-GB" altLang="en-US" i="1" dirty="0"/>
              <a:t>or </a:t>
            </a:r>
            <a:r>
              <a:rPr lang="en-GB" altLang="en-US" dirty="0"/>
              <a:t>develops previous work.</a:t>
            </a:r>
          </a:p>
          <a:p>
            <a:r>
              <a:rPr lang="en-GB" altLang="en-US" dirty="0"/>
              <a:t>What are your ideas? How are they original?</a:t>
            </a:r>
          </a:p>
          <a:p>
            <a:r>
              <a:rPr lang="en-GB" altLang="en-US" dirty="0"/>
              <a:t>Then think about who you are writing for</a:t>
            </a:r>
          </a:p>
          <a:p>
            <a:r>
              <a:rPr lang="en-GB" altLang="en-US" dirty="0"/>
              <a:t>	- why they want it! What will make them buy, read and cite your book. Think about why your book is better than the competition.</a:t>
            </a:r>
          </a:p>
          <a:p>
            <a:r>
              <a:rPr lang="en-GB" altLang="en-US" dirty="0"/>
              <a:t>So discuss your idea with…</a:t>
            </a:r>
          </a:p>
          <a:p>
            <a:endParaRPr lang="en-GB" altLang="en-US" dirty="0"/>
          </a:p>
          <a:p>
            <a:r>
              <a:rPr lang="en-GB" altLang="en-US" dirty="0"/>
              <a:t>Needs to be something you’re interested in (remember you could be working on this a long time) and is interesting to others.</a:t>
            </a:r>
          </a:p>
          <a:p>
            <a:endParaRPr lang="en-GB" altLang="en-US" dirty="0"/>
          </a:p>
          <a:p>
            <a:endParaRPr lang="en-GB" baseline="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altLang="en-US" dirty="0"/>
          </a:p>
        </p:txBody>
      </p:sp>
      <p:sp>
        <p:nvSpPr>
          <p:cNvPr id="24580" name="Slide Number Placeholder 3">
            <a:extLst>
              <a:ext uri="{FF2B5EF4-FFF2-40B4-BE49-F238E27FC236}">
                <a16:creationId xmlns:a16="http://schemas.microsoft.com/office/drawing/2014/main" id="{38D81907-C76A-4AE9-96E4-ACD8C79F2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66F5392D-34E8-4B03-BBAC-E1CB5AF2625D}" type="slidenum">
              <a:rPr lang="en-GB" altLang="en-US" sz="1200" smtClean="0"/>
              <a:pPr/>
              <a:t>8</a:t>
            </a:fld>
            <a:endParaRPr lang="en-GB" altLang="en-US" sz="1200"/>
          </a:p>
        </p:txBody>
      </p:sp>
    </p:spTree>
    <p:extLst>
      <p:ext uri="{BB962C8B-B14F-4D97-AF65-F5344CB8AC3E}">
        <p14:creationId xmlns:p14="http://schemas.microsoft.com/office/powerpoint/2010/main" val="3978552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3801B5E-48B6-40C8-9384-5182ED3B09A4}" type="slidenum">
              <a:rPr lang="en-US" smtClean="0"/>
              <a:pPr>
                <a:defRPr/>
              </a:pPr>
              <a:t>9</a:t>
            </a:fld>
            <a:endParaRPr lang="en-US"/>
          </a:p>
        </p:txBody>
      </p:sp>
    </p:spTree>
    <p:extLst>
      <p:ext uri="{BB962C8B-B14F-4D97-AF65-F5344CB8AC3E}">
        <p14:creationId xmlns:p14="http://schemas.microsoft.com/office/powerpoint/2010/main" val="548904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3801B5E-48B6-40C8-9384-5182ED3B09A4}" type="slidenum">
              <a:rPr lang="en-US" smtClean="0"/>
              <a:pPr>
                <a:defRPr/>
              </a:pPr>
              <a:t>10</a:t>
            </a:fld>
            <a:endParaRPr lang="en-US" dirty="0"/>
          </a:p>
        </p:txBody>
      </p:sp>
    </p:spTree>
    <p:extLst>
      <p:ext uri="{BB962C8B-B14F-4D97-AF65-F5344CB8AC3E}">
        <p14:creationId xmlns:p14="http://schemas.microsoft.com/office/powerpoint/2010/main" val="3070357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solidFill>
                <a:schemeClr val="tx1">
                  <a:lumMod val="65000"/>
                  <a:lumOff val="35000"/>
                </a:schemeClr>
              </a:solidFill>
            </a:endParaRPr>
          </a:p>
        </p:txBody>
      </p:sp>
      <p:sp>
        <p:nvSpPr>
          <p:cNvPr id="4" name="Slide Number Placeholder 3"/>
          <p:cNvSpPr>
            <a:spLocks noGrp="1"/>
          </p:cNvSpPr>
          <p:nvPr>
            <p:ph type="sldNum" sz="quarter" idx="10"/>
          </p:nvPr>
        </p:nvSpPr>
        <p:spPr/>
        <p:txBody>
          <a:bodyPr/>
          <a:lstStyle/>
          <a:p>
            <a:pPr>
              <a:defRPr/>
            </a:pPr>
            <a:fld id="{53801B5E-48B6-40C8-9384-5182ED3B09A4}" type="slidenum">
              <a:rPr lang="en-US" smtClean="0"/>
              <a:pPr>
                <a:defRPr/>
              </a:pPr>
              <a:t>12</a:t>
            </a:fld>
            <a:endParaRPr lang="en-US"/>
          </a:p>
        </p:txBody>
      </p:sp>
    </p:spTree>
    <p:extLst>
      <p:ext uri="{BB962C8B-B14F-4D97-AF65-F5344CB8AC3E}">
        <p14:creationId xmlns:p14="http://schemas.microsoft.com/office/powerpoint/2010/main" val="1185057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7605827-506A-44CC-9211-1D6521264333}" type="slidenum">
              <a:rPr lang="en-US" smtClean="0"/>
              <a:t>14</a:t>
            </a:fld>
            <a:endParaRPr lang="en-US"/>
          </a:p>
        </p:txBody>
      </p:sp>
    </p:spTree>
    <p:extLst>
      <p:ext uri="{BB962C8B-B14F-4D97-AF65-F5344CB8AC3E}">
        <p14:creationId xmlns:p14="http://schemas.microsoft.com/office/powerpoint/2010/main" val="3141168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3801B5E-48B6-40C8-9384-5182ED3B09A4}" type="slidenum">
              <a:rPr lang="en-US" smtClean="0"/>
              <a:pPr>
                <a:defRPr/>
              </a:pPr>
              <a:t>16</a:t>
            </a:fld>
            <a:endParaRPr lang="en-US" dirty="0"/>
          </a:p>
        </p:txBody>
      </p:sp>
    </p:spTree>
    <p:extLst>
      <p:ext uri="{BB962C8B-B14F-4D97-AF65-F5344CB8AC3E}">
        <p14:creationId xmlns:p14="http://schemas.microsoft.com/office/powerpoint/2010/main" val="4222269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Comprehensively fill our standard proposal form and submit it to the most appropriate acquiring editor of your subject area with supporting material such as Table of Content , any Sample Chapter. </a:t>
            </a:r>
          </a:p>
          <a:p>
            <a:r>
              <a:rPr lang="en-US" sz="1200" b="0" i="0" kern="1200" dirty="0">
                <a:solidFill>
                  <a:schemeClr val="tx1"/>
                </a:solidFill>
                <a:effectLst/>
                <a:latin typeface="Arial" charset="0"/>
                <a:ea typeface="+mn-ea"/>
                <a:cs typeface="+mn-cs"/>
              </a:rPr>
              <a:t>Once you submit your book proposal, it is reviewed by the acquiring editor and if your book proposal meets our criteria for quality, relevance, and marketability, the acquiring editor submits the proposal for peer review by experts in the  field who will offer their opinions on the potential strengths and weaknesses of your proposal, including its importance to the field. </a:t>
            </a:r>
            <a:r>
              <a:rPr lang="en-US" sz="1200" kern="1200" dirty="0">
                <a:solidFill>
                  <a:schemeClr val="tx1"/>
                </a:solidFill>
                <a:effectLst/>
                <a:latin typeface="Arial" charset="0"/>
                <a:ea typeface="+mn-ea"/>
                <a:cs typeface="+mn-cs"/>
              </a:rPr>
              <a:t>If it is determined that your book has the potential to be mutually profitable and is seen as advancing your field or promoting education within its field, approval is granted and a contract is offered. </a:t>
            </a:r>
            <a:r>
              <a:rPr lang="en-US" sz="1200" b="0" i="0" kern="1200" dirty="0">
                <a:solidFill>
                  <a:schemeClr val="tx1"/>
                </a:solidFill>
                <a:effectLst/>
                <a:latin typeface="Arial" charset="0"/>
                <a:ea typeface="+mn-ea"/>
                <a:cs typeface="+mn-cs"/>
              </a:rPr>
              <a:t>Read over the contract carefully. Your CRC Press acquiring editor will discuss the terms with you and is able to answer any questions you might have. The goal is to prepare a book manuscript that is clear, to the point, and allows for an easy transition to production.  </a:t>
            </a:r>
          </a:p>
          <a:p>
            <a:r>
              <a:rPr lang="en-US" sz="1200" b="0" i="0" kern="1200" dirty="0">
                <a:solidFill>
                  <a:schemeClr val="tx1"/>
                </a:solidFill>
                <a:effectLst/>
                <a:latin typeface="Arial" charset="0"/>
                <a:ea typeface="+mn-ea"/>
                <a:cs typeface="+mn-cs"/>
              </a:rPr>
              <a:t>Once you submit us the manuscript to production it would go through Copyediting, Proofreading, indexing, Typesetting of the manuscript takes place.</a:t>
            </a:r>
          </a:p>
          <a:p>
            <a:br>
              <a:rPr lang="en-US" dirty="0"/>
            </a:br>
            <a:br>
              <a:rPr lang="en-US" dirty="0"/>
            </a:br>
            <a:endParaRPr lang="en-US" sz="1200" kern="1200" dirty="0">
              <a:solidFill>
                <a:schemeClr val="tx1"/>
              </a:solidFill>
              <a:effectLst/>
              <a:latin typeface="Arial" charset="0"/>
              <a:ea typeface="+mn-ea"/>
              <a:cs typeface="+mn-cs"/>
            </a:endParaRPr>
          </a:p>
          <a:p>
            <a:br>
              <a:rPr lang="en-US" dirty="0"/>
            </a:br>
            <a:br>
              <a:rPr lang="en-US" dirty="0"/>
            </a:br>
            <a:endParaRPr lang="en-US" sz="1200" kern="1200" dirty="0">
              <a:solidFill>
                <a:schemeClr val="tx1"/>
              </a:solidFill>
              <a:effectLst/>
              <a:latin typeface="Arial" charset="0"/>
              <a:ea typeface="+mn-ea"/>
              <a:cs typeface="+mn-cs"/>
            </a:endParaRPr>
          </a:p>
          <a:p>
            <a:br>
              <a:rPr lang="en-US" dirty="0"/>
            </a:br>
            <a:endParaRPr lang="en-US" dirty="0"/>
          </a:p>
        </p:txBody>
      </p:sp>
      <p:sp>
        <p:nvSpPr>
          <p:cNvPr id="4" name="Slide Number Placeholder 3"/>
          <p:cNvSpPr>
            <a:spLocks noGrp="1"/>
          </p:cNvSpPr>
          <p:nvPr>
            <p:ph type="sldNum" sz="quarter" idx="10"/>
          </p:nvPr>
        </p:nvSpPr>
        <p:spPr/>
        <p:txBody>
          <a:bodyPr/>
          <a:lstStyle/>
          <a:p>
            <a:pPr>
              <a:defRPr/>
            </a:pPr>
            <a:fld id="{53801B5E-48B6-40C8-9384-5182ED3B09A4}" type="slidenum">
              <a:rPr lang="en-US" smtClean="0"/>
              <a:pPr>
                <a:defRPr/>
              </a:pPr>
              <a:t>17</a:t>
            </a:fld>
            <a:endParaRPr lang="en-US" dirty="0"/>
          </a:p>
        </p:txBody>
      </p:sp>
    </p:spTree>
    <p:extLst>
      <p:ext uri="{BB962C8B-B14F-4D97-AF65-F5344CB8AC3E}">
        <p14:creationId xmlns:p14="http://schemas.microsoft.com/office/powerpoint/2010/main" val="3815013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3801B5E-48B6-40C8-9384-5182ED3B09A4}" type="slidenum">
              <a:rPr lang="en-US" smtClean="0"/>
              <a:pPr>
                <a:defRPr/>
              </a:pPr>
              <a:t>18</a:t>
            </a:fld>
            <a:endParaRPr lang="en-US"/>
          </a:p>
        </p:txBody>
      </p:sp>
    </p:spTree>
    <p:extLst>
      <p:ext uri="{BB962C8B-B14F-4D97-AF65-F5344CB8AC3E}">
        <p14:creationId xmlns:p14="http://schemas.microsoft.com/office/powerpoint/2010/main" val="2411902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15710"/>
            <a:ext cx="5438775" cy="2533383"/>
          </a:xfrm>
        </p:spPr>
        <p:txBody>
          <a:bodyPr/>
          <a:lstStyle/>
          <a:p>
            <a:r>
              <a:rPr lang="en-US" dirty="0">
                <a:solidFill>
                  <a:schemeClr val="tx2"/>
                </a:solidFill>
                <a:latin typeface="+mj-lt"/>
              </a:rPr>
              <a:t>Taylor &amp; Francis is one of the world’s largest publishers of open-access research. </a:t>
            </a:r>
          </a:p>
          <a:p>
            <a:r>
              <a:rPr lang="en-US" dirty="0"/>
              <a:t>Your book or chapter can be read by anyone, anywhere.</a:t>
            </a:r>
          </a:p>
          <a:p>
            <a:endParaRPr lang="en-US" dirty="0">
              <a:solidFill>
                <a:schemeClr val="tx2"/>
              </a:solidFill>
              <a:latin typeface="+mj-lt"/>
            </a:endParaRPr>
          </a:p>
          <a:p>
            <a:r>
              <a:rPr lang="en-US" dirty="0">
                <a:solidFill>
                  <a:schemeClr val="tx2"/>
                </a:solidFill>
                <a:latin typeface="+mj-lt"/>
              </a:rPr>
              <a:t>If you choose to publish with us, a wide range of open-access options are available to you. This means you can comply with any funder requirements and ensure your research makes a difference.</a:t>
            </a:r>
          </a:p>
          <a:p>
            <a:endParaRPr lang="en-IN" dirty="0"/>
          </a:p>
          <a:p>
            <a:r>
              <a:rPr lang="en-GB" dirty="0"/>
              <a:t>One thing that is also important is Open Access. This is another way that you can maximize your research impact.</a:t>
            </a:r>
          </a:p>
          <a:p>
            <a:endParaRPr lang="en-GB" dirty="0"/>
          </a:p>
          <a:p>
            <a:endParaRPr lang="en-IN" dirty="0"/>
          </a:p>
        </p:txBody>
      </p:sp>
      <p:sp>
        <p:nvSpPr>
          <p:cNvPr id="4" name="Slide Number Placeholder 3"/>
          <p:cNvSpPr>
            <a:spLocks noGrp="1"/>
          </p:cNvSpPr>
          <p:nvPr>
            <p:ph type="sldNum" sz="quarter" idx="5"/>
          </p:nvPr>
        </p:nvSpPr>
        <p:spPr/>
        <p:txBody>
          <a:bodyPr/>
          <a:lstStyle/>
          <a:p>
            <a:fld id="{B7605827-506A-44CC-9211-1D6521264333}" type="slidenum">
              <a:rPr lang="en-US" smtClean="0"/>
              <a:t>20</a:t>
            </a:fld>
            <a:endParaRPr lang="en-US"/>
          </a:p>
        </p:txBody>
      </p:sp>
    </p:spTree>
    <p:extLst>
      <p:ext uri="{BB962C8B-B14F-4D97-AF65-F5344CB8AC3E}">
        <p14:creationId xmlns:p14="http://schemas.microsoft.com/office/powerpoint/2010/main" val="2205356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Note: we still sell the physical copy!</a:t>
            </a:r>
          </a:p>
        </p:txBody>
      </p:sp>
      <p:sp>
        <p:nvSpPr>
          <p:cNvPr id="4" name="Slide Number Placeholder 3"/>
          <p:cNvSpPr>
            <a:spLocks noGrp="1"/>
          </p:cNvSpPr>
          <p:nvPr>
            <p:ph type="sldNum" sz="quarter" idx="5"/>
          </p:nvPr>
        </p:nvSpPr>
        <p:spPr/>
        <p:txBody>
          <a:bodyPr/>
          <a:lstStyle/>
          <a:p>
            <a:fld id="{A6786A8B-F3E6-427E-9BC5-DE8115D19A4F}" type="slidenum">
              <a:rPr lang="en-GB" smtClean="0"/>
              <a:t>21</a:t>
            </a:fld>
            <a:endParaRPr lang="en-GB"/>
          </a:p>
        </p:txBody>
      </p:sp>
    </p:spTree>
    <p:extLst>
      <p:ext uri="{BB962C8B-B14F-4D97-AF65-F5344CB8AC3E}">
        <p14:creationId xmlns:p14="http://schemas.microsoft.com/office/powerpoint/2010/main" val="340745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benefit of OA – increased impact</a:t>
            </a:r>
          </a:p>
        </p:txBody>
      </p:sp>
      <p:sp>
        <p:nvSpPr>
          <p:cNvPr id="4" name="Slide Number Placeholder 3"/>
          <p:cNvSpPr>
            <a:spLocks noGrp="1"/>
          </p:cNvSpPr>
          <p:nvPr>
            <p:ph type="sldNum" sz="quarter" idx="5"/>
          </p:nvPr>
        </p:nvSpPr>
        <p:spPr/>
        <p:txBody>
          <a:bodyPr/>
          <a:lstStyle/>
          <a:p>
            <a:fld id="{A6786A8B-F3E6-427E-9BC5-DE8115D19A4F}" type="slidenum">
              <a:rPr lang="en-GB" smtClean="0"/>
              <a:t>22</a:t>
            </a:fld>
            <a:endParaRPr lang="en-GB"/>
          </a:p>
        </p:txBody>
      </p:sp>
    </p:spTree>
    <p:extLst>
      <p:ext uri="{BB962C8B-B14F-4D97-AF65-F5344CB8AC3E}">
        <p14:creationId xmlns:p14="http://schemas.microsoft.com/office/powerpoint/2010/main" val="1203206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Our OA book content has been accessed over 2 million times</a:t>
            </a:r>
          </a:p>
          <a:p>
            <a:endParaRPr lang="en-GB" dirty="0"/>
          </a:p>
        </p:txBody>
      </p:sp>
      <p:sp>
        <p:nvSpPr>
          <p:cNvPr id="4" name="Slide Number Placeholder 3"/>
          <p:cNvSpPr>
            <a:spLocks noGrp="1"/>
          </p:cNvSpPr>
          <p:nvPr>
            <p:ph type="sldNum" sz="quarter" idx="5"/>
          </p:nvPr>
        </p:nvSpPr>
        <p:spPr/>
        <p:txBody>
          <a:bodyPr/>
          <a:lstStyle/>
          <a:p>
            <a:fld id="{A6786A8B-F3E6-427E-9BC5-DE8115D19A4F}" type="slidenum">
              <a:rPr lang="en-GB" smtClean="0"/>
              <a:t>23</a:t>
            </a:fld>
            <a:endParaRPr lang="en-GB"/>
          </a:p>
        </p:txBody>
      </p:sp>
    </p:spTree>
    <p:extLst>
      <p:ext uri="{BB962C8B-B14F-4D97-AF65-F5344CB8AC3E}">
        <p14:creationId xmlns:p14="http://schemas.microsoft.com/office/powerpoint/2010/main" val="2450867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dirty="0"/>
              <a:t>Open Access content is far more likely to be downloaded and cited.</a:t>
            </a:r>
            <a:endParaRPr lang="en-GB" dirty="0"/>
          </a:p>
          <a:p>
            <a:endParaRPr lang="en-US" dirty="0"/>
          </a:p>
          <a:p>
            <a:r>
              <a:rPr lang="en-US" dirty="0"/>
              <a:t>We are also into publishing Open Access books and journals. Whether you go ahead with open access books or journal it is a paid</a:t>
            </a:r>
          </a:p>
          <a:p>
            <a:endParaRPr lang="en-US" dirty="0"/>
          </a:p>
          <a:p>
            <a:r>
              <a:rPr lang="en-US" dirty="0"/>
              <a:t>So please free to connect with us in case there are any funded project where there is scope of OA publishing  whether in book or journals as this can be much more impactful in research community</a:t>
            </a:r>
          </a:p>
        </p:txBody>
      </p:sp>
      <p:sp>
        <p:nvSpPr>
          <p:cNvPr id="4" name="Slide Number Placeholder 3"/>
          <p:cNvSpPr>
            <a:spLocks noGrp="1"/>
          </p:cNvSpPr>
          <p:nvPr>
            <p:ph type="sldNum" sz="quarter" idx="5"/>
          </p:nvPr>
        </p:nvSpPr>
        <p:spPr/>
        <p:txBody>
          <a:bodyPr/>
          <a:lstStyle/>
          <a:p>
            <a:pPr>
              <a:defRPr/>
            </a:pPr>
            <a:fld id="{53801B5E-48B6-40C8-9384-5182ED3B09A4}" type="slidenum">
              <a:rPr lang="en-US" smtClean="0"/>
              <a:pPr>
                <a:defRPr/>
              </a:pPr>
              <a:t>24</a:t>
            </a:fld>
            <a:endParaRPr lang="en-US" dirty="0"/>
          </a:p>
        </p:txBody>
      </p:sp>
    </p:spTree>
    <p:extLst>
      <p:ext uri="{BB962C8B-B14F-4D97-AF65-F5344CB8AC3E}">
        <p14:creationId xmlns:p14="http://schemas.microsoft.com/office/powerpoint/2010/main" val="1008827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b="1" u="sng" dirty="0">
                <a:effectLst/>
                <a:latin typeface="Calibri" panose="020F0502020204030204" pitchFamily="34" charset="0"/>
                <a:ea typeface="Calibri" panose="020F0502020204030204" pitchFamily="34" charset="0"/>
                <a:cs typeface="Calibri" panose="020F0502020204030204" pitchFamily="34" charset="0"/>
              </a:rPr>
              <a:t>How do we publish OA?</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dirty="0">
                <a:effectLst/>
                <a:latin typeface="Calibri" panose="020F0502020204030204" pitchFamily="34" charset="0"/>
                <a:ea typeface="Calibri" panose="020F0502020204030204" pitchFamily="34" charset="0"/>
                <a:cs typeface="Calibri" panose="020F0502020204030204" pitchFamily="34" charset="0"/>
              </a:rPr>
              <a:t>Our OA publishing options have grown up in response to the needs of our authors and now include 3 main strands: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GB" sz="1800" dirty="0">
                <a:effectLst/>
                <a:latin typeface="Calibri" panose="020F0502020204030204" pitchFamily="34" charset="0"/>
                <a:ea typeface="Calibri" panose="020F0502020204030204" pitchFamily="34" charset="0"/>
                <a:cs typeface="Calibri" panose="020F0502020204030204" pitchFamily="34" charset="0"/>
              </a:rPr>
              <a:t>Born OA – this means the book has been published Open Access immediately. The eBook is free to access from our own platform and other channels, the print book is still sold.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GB" sz="1800" dirty="0">
                <a:effectLst/>
                <a:latin typeface="Calibri" panose="020F0502020204030204" pitchFamily="34" charset="0"/>
                <a:ea typeface="Calibri" panose="020F0502020204030204" pitchFamily="34" charset="0"/>
                <a:cs typeface="Calibri" panose="020F0502020204030204" pitchFamily="34" charset="0"/>
              </a:rPr>
              <a:t>Retrospective OA – This is where someone funds making the book open access at some point post publication, this could be 12 months, or it could be 3 or 5 years down the line.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GB" sz="1800" dirty="0">
                <a:effectLst/>
                <a:latin typeface="Calibri" panose="020F0502020204030204" pitchFamily="34" charset="0"/>
                <a:ea typeface="Calibri" panose="020F0502020204030204" pitchFamily="34" charset="0"/>
                <a:cs typeface="Calibri" panose="020F0502020204030204" pitchFamily="34" charset="0"/>
              </a:rPr>
              <a:t>Chapter OA – where funding is limited or ringfenced, or where we have contributors to a book who are particularly keen to make their own chapter Open access within a book that is otherwise behind a traditional paywall.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A6786A8B-F3E6-427E-9BC5-DE8115D19A4F}" type="slidenum">
              <a:rPr lang="en-GB" smtClean="0"/>
              <a:t>25</a:t>
            </a:fld>
            <a:endParaRPr lang="en-GB"/>
          </a:p>
        </p:txBody>
      </p:sp>
    </p:spTree>
    <p:extLst>
      <p:ext uri="{BB962C8B-B14F-4D97-AF65-F5344CB8AC3E}">
        <p14:creationId xmlns:p14="http://schemas.microsoft.com/office/powerpoint/2010/main" val="2924172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000" dirty="0"/>
              <a:t>Search by subject, browse collections, eBook series, OA content</a:t>
            </a:r>
          </a:p>
          <a:p>
            <a:r>
              <a:rPr lang="en-GB" sz="2000" dirty="0"/>
              <a:t>View content freely available to you (OA and institutional access)</a:t>
            </a:r>
          </a:p>
          <a:p>
            <a:r>
              <a:rPr lang="en-GB" sz="2000" dirty="0"/>
              <a:t>Read online or download</a:t>
            </a:r>
          </a:p>
          <a:p>
            <a:endParaRPr lang="en-GB" dirty="0"/>
          </a:p>
        </p:txBody>
      </p:sp>
      <p:sp>
        <p:nvSpPr>
          <p:cNvPr id="4" name="Slide Number Placeholder 3"/>
          <p:cNvSpPr>
            <a:spLocks noGrp="1"/>
          </p:cNvSpPr>
          <p:nvPr>
            <p:ph type="sldNum" sz="quarter" idx="5"/>
          </p:nvPr>
        </p:nvSpPr>
        <p:spPr/>
        <p:txBody>
          <a:bodyPr/>
          <a:lstStyle/>
          <a:p>
            <a:fld id="{A6786A8B-F3E6-427E-9BC5-DE8115D19A4F}" type="slidenum">
              <a:rPr lang="en-GB" smtClean="0"/>
              <a:t>26</a:t>
            </a:fld>
            <a:endParaRPr lang="en-GB"/>
          </a:p>
        </p:txBody>
      </p:sp>
    </p:spTree>
    <p:extLst>
      <p:ext uri="{BB962C8B-B14F-4D97-AF65-F5344CB8AC3E}">
        <p14:creationId xmlns:p14="http://schemas.microsoft.com/office/powerpoint/2010/main" val="1924724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a:effectLst/>
                <a:latin typeface="Calibri" panose="020F0502020204030204" pitchFamily="34" charset="0"/>
                <a:ea typeface="Calibri" panose="020F0502020204030204" pitchFamily="34" charset="0"/>
                <a:cs typeface="Calibri" panose="020F0502020204030204" pitchFamily="34" charset="0"/>
              </a:rPr>
              <a:t>This slide shows what an OA book looks like on our own T&amp;F eBooks platform, with options to read online and to download, and clearly stating the license and funder information.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6786A8B-F3E6-427E-9BC5-DE8115D19A4F}" type="slidenum">
              <a:rPr lang="en-GB" smtClean="0"/>
              <a:t>27</a:t>
            </a:fld>
            <a:endParaRPr lang="en-GB"/>
          </a:p>
        </p:txBody>
      </p:sp>
    </p:spTree>
    <p:extLst>
      <p:ext uri="{BB962C8B-B14F-4D97-AF65-F5344CB8AC3E}">
        <p14:creationId xmlns:p14="http://schemas.microsoft.com/office/powerpoint/2010/main" val="333975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2"/>
                </a:solidFill>
                <a:latin typeface="+mj-lt"/>
              </a:rPr>
              <a:t>We are a member of the Open Access Scholarly Publishers Association (OASPA) and a publisher member of the Directory of Open Access Books ( DOAB ). </a:t>
            </a:r>
          </a:p>
          <a:p>
            <a:endParaRPr lang="en-US" dirty="0">
              <a:solidFill>
                <a:schemeClr val="tx2"/>
              </a:solidFill>
              <a:latin typeface="+mj-lt"/>
            </a:endParaRPr>
          </a:p>
          <a:p>
            <a:r>
              <a:rPr lang="en-US" dirty="0">
                <a:solidFill>
                  <a:schemeClr val="tx2"/>
                </a:solidFill>
                <a:latin typeface="+mj-lt"/>
              </a:rPr>
              <a:t>All our OA content is also deposited in the Open Access Publishing in European Networks ( OAPEN ) online library. We are now the largest OA Book publisher by volume on the OAPEN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as mentioned before, uploaded to the Open Research Library, as well as archives like Portico to ensure long-term preservation</a:t>
            </a:r>
          </a:p>
          <a:p>
            <a:r>
              <a:rPr lang="en-GB" dirty="0"/>
              <a:t>All organizations uphold the highest standards of OA publishing</a:t>
            </a:r>
          </a:p>
        </p:txBody>
      </p:sp>
      <p:sp>
        <p:nvSpPr>
          <p:cNvPr id="4" name="Slide Number Placeholder 3"/>
          <p:cNvSpPr>
            <a:spLocks noGrp="1"/>
          </p:cNvSpPr>
          <p:nvPr>
            <p:ph type="sldNum" sz="quarter" idx="5"/>
          </p:nvPr>
        </p:nvSpPr>
        <p:spPr/>
        <p:txBody>
          <a:bodyPr/>
          <a:lstStyle/>
          <a:p>
            <a:fld id="{A6786A8B-F3E6-427E-9BC5-DE8115D19A4F}" type="slidenum">
              <a:rPr lang="en-GB" smtClean="0"/>
              <a:t>28</a:t>
            </a:fld>
            <a:endParaRPr lang="en-GB"/>
          </a:p>
        </p:txBody>
      </p:sp>
    </p:spTree>
    <p:extLst>
      <p:ext uri="{BB962C8B-B14F-4D97-AF65-F5344CB8AC3E}">
        <p14:creationId xmlns:p14="http://schemas.microsoft.com/office/powerpoint/2010/main" val="2968918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Researchers get a lot of emails </a:t>
            </a:r>
          </a:p>
          <a:p>
            <a:r>
              <a:rPr lang="en-GB" dirty="0"/>
              <a:t>(e.g. someone I spoke to receives at least four a week)</a:t>
            </a:r>
          </a:p>
          <a:p>
            <a:r>
              <a:rPr lang="en-GB" dirty="0"/>
              <a:t>Difficult to know which are legitimate publishers and which are not</a:t>
            </a:r>
          </a:p>
        </p:txBody>
      </p:sp>
      <p:sp>
        <p:nvSpPr>
          <p:cNvPr id="4" name="Slide Number Placeholder 3"/>
          <p:cNvSpPr>
            <a:spLocks noGrp="1"/>
          </p:cNvSpPr>
          <p:nvPr>
            <p:ph type="sldNum" sz="quarter" idx="5"/>
          </p:nvPr>
        </p:nvSpPr>
        <p:spPr/>
        <p:txBody>
          <a:bodyPr/>
          <a:lstStyle/>
          <a:p>
            <a:fld id="{A6786A8B-F3E6-427E-9BC5-DE8115D19A4F}" type="slidenum">
              <a:rPr lang="en-GB" smtClean="0"/>
              <a:t>29</a:t>
            </a:fld>
            <a:endParaRPr lang="en-GB"/>
          </a:p>
        </p:txBody>
      </p:sp>
    </p:spTree>
    <p:extLst>
      <p:ext uri="{BB962C8B-B14F-4D97-AF65-F5344CB8AC3E}">
        <p14:creationId xmlns:p14="http://schemas.microsoft.com/office/powerpoint/2010/main" val="222481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History of Japanese Economic Development – OA Textbook</a:t>
            </a:r>
          </a:p>
          <a:p>
            <a:r>
              <a:rPr lang="en-GB" dirty="0"/>
              <a:t>Sustainable Development Goal 3 – Shortform book!</a:t>
            </a:r>
          </a:p>
          <a:p>
            <a:r>
              <a:rPr lang="en-US" dirty="0"/>
              <a:t>Decentralization, Local Governance, and Localizing the Sustainable Development Goals in Asia and the Pacific – business monograph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err="1">
                <a:solidFill>
                  <a:srgbClr val="212529"/>
                </a:solidFill>
                <a:effectLst/>
                <a:latin typeface="Droid Serif"/>
              </a:rPr>
              <a:t>Poro</a:t>
            </a:r>
            <a:r>
              <a:rPr lang="en-US" b="0" i="0" dirty="0">
                <a:solidFill>
                  <a:srgbClr val="212529"/>
                </a:solidFill>
                <a:effectLst/>
                <a:latin typeface="Droid Serif"/>
              </a:rPr>
              <a:t>-Elastic Theory with Applications to Transport in Porous Media – Civil Eng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529"/>
                </a:solidFill>
                <a:effectLst/>
                <a:latin typeface="Droid Serif"/>
              </a:rPr>
              <a:t>Modelling and Optimization of Wave Energy Converters – Civil Eng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529"/>
                </a:solidFill>
                <a:effectLst/>
                <a:latin typeface="Droid Serif"/>
              </a:rPr>
              <a:t>Nanoparticle Engineering for Chemical-Mechanical </a:t>
            </a:r>
            <a:r>
              <a:rPr lang="en-US" b="0" i="0" dirty="0" err="1">
                <a:solidFill>
                  <a:srgbClr val="212529"/>
                </a:solidFill>
                <a:effectLst/>
                <a:latin typeface="Droid Serif"/>
              </a:rPr>
              <a:t>PlanarizationFabrication</a:t>
            </a:r>
            <a:r>
              <a:rPr lang="en-US" b="0" i="0" dirty="0">
                <a:solidFill>
                  <a:srgbClr val="212529"/>
                </a:solidFill>
                <a:effectLst/>
                <a:latin typeface="Droid Serif"/>
              </a:rPr>
              <a:t> of Next-Generation Nanodevices – Materials and Chemical Eng – Professional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12529"/>
              </a:solidFill>
              <a:effectLst/>
              <a:latin typeface="Droid Serif"/>
            </a:endParaRPr>
          </a:p>
          <a:p>
            <a:r>
              <a:rPr lang="en-GB" b="0" i="0" dirty="0">
                <a:solidFill>
                  <a:srgbClr val="000000"/>
                </a:solidFill>
                <a:effectLst/>
                <a:latin typeface="Corbel" panose="020B0503020204020204" pitchFamily="34" charset="0"/>
              </a:rPr>
              <a:t>A lot of business research is geared towards policy responses to the crises, how the economy can return to growth, the impact on global value chains, questions around globalisation and the impact on developing economies.</a:t>
            </a:r>
          </a:p>
          <a:p>
            <a:endParaRPr lang="en-GB" b="0" i="0" dirty="0">
              <a:solidFill>
                <a:srgbClr val="000000"/>
              </a:solidFill>
              <a:effectLst/>
              <a:latin typeface="Corbel" panose="020B0503020204020204" pitchFamily="34" charset="0"/>
            </a:endParaRPr>
          </a:p>
          <a:p>
            <a:r>
              <a:rPr lang="en-GB" b="0" i="0" dirty="0">
                <a:solidFill>
                  <a:srgbClr val="000000"/>
                </a:solidFill>
                <a:effectLst/>
                <a:latin typeface="Corbel" panose="020B0503020204020204" pitchFamily="34" charset="0"/>
              </a:rPr>
              <a:t>At the same time, advances in new technology and AI are leading to significant research around the economics of business and innovation, the future of work and sustainable infrastructure.</a:t>
            </a:r>
          </a:p>
          <a:p>
            <a:endParaRPr lang="en-GB" b="0" i="0" dirty="0">
              <a:solidFill>
                <a:srgbClr val="000000"/>
              </a:solidFill>
              <a:effectLst/>
              <a:latin typeface="Corbel" panose="020B0503020204020204" pitchFamily="34" charset="0"/>
            </a:endParaRPr>
          </a:p>
          <a:p>
            <a:r>
              <a:rPr lang="en-GB" b="0" i="0" dirty="0">
                <a:solidFill>
                  <a:srgbClr val="000000"/>
                </a:solidFill>
                <a:effectLst/>
                <a:latin typeface="Corbel" panose="020B0503020204020204" pitchFamily="34" charset="0"/>
              </a:rPr>
              <a:t>And the climate crisis is leading to significant work on sustainable finance and accounting particularly around the SDGs, ESG investment and ‘green’ finance. Communicating with stakeholders is also important.</a:t>
            </a:r>
          </a:p>
          <a:p>
            <a:endParaRPr lang="en-GB" b="0" i="0" dirty="0">
              <a:solidFill>
                <a:srgbClr val="000000"/>
              </a:solidFill>
              <a:effectLst/>
              <a:latin typeface="Corbel" panose="020B0503020204020204" pitchFamily="34" charset="0"/>
            </a:endParaRPr>
          </a:p>
          <a:p>
            <a:r>
              <a:rPr lang="en-GB" b="0" i="0" dirty="0">
                <a:solidFill>
                  <a:srgbClr val="000000"/>
                </a:solidFill>
                <a:effectLst/>
                <a:latin typeface="Corbel" panose="020B0503020204020204" pitchFamily="34" charset="0"/>
              </a:rPr>
              <a:t>This list is non-exhaustive and we are often surprised and intrigued by the proposals we receive.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12529"/>
              </a:solidFill>
              <a:effectLst/>
              <a:latin typeface="Droid Serif"/>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12529"/>
              </a:solidFill>
              <a:effectLst/>
              <a:latin typeface="Droid Serif"/>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12529"/>
              </a:solidFill>
              <a:effectLst/>
              <a:latin typeface="Droid Serif"/>
            </a:endParaRPr>
          </a:p>
          <a:p>
            <a:endParaRPr lang="en-GB" dirty="0"/>
          </a:p>
        </p:txBody>
      </p:sp>
      <p:sp>
        <p:nvSpPr>
          <p:cNvPr id="4" name="Slide Number Placeholder 3"/>
          <p:cNvSpPr>
            <a:spLocks noGrp="1"/>
          </p:cNvSpPr>
          <p:nvPr>
            <p:ph type="sldNum" sz="quarter" idx="5"/>
          </p:nvPr>
        </p:nvSpPr>
        <p:spPr/>
        <p:txBody>
          <a:bodyPr/>
          <a:lstStyle/>
          <a:p>
            <a:fld id="{A6786A8B-F3E6-427E-9BC5-DE8115D19A4F}" type="slidenum">
              <a:rPr lang="en-GB" smtClean="0"/>
              <a:t>30</a:t>
            </a:fld>
            <a:endParaRPr lang="en-GB"/>
          </a:p>
        </p:txBody>
      </p:sp>
    </p:spTree>
    <p:extLst>
      <p:ext uri="{BB962C8B-B14F-4D97-AF65-F5344CB8AC3E}">
        <p14:creationId xmlns:p14="http://schemas.microsoft.com/office/powerpoint/2010/main" val="834364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CF798-8C3A-7E54-C701-3C80E1A3FA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B8F08E-7538-FB67-166D-7FC323439E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1AF537-596A-1845-286F-1C9544D8FB5D}"/>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23185474-5070-B85D-3972-70F27F0C4C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42E26B-EB96-1C90-B0D8-219EB47EEE14}"/>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1471059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905A-1244-35A5-F856-1EEFDD92DC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060EC6-A26D-7CC3-5BEF-0F187C1866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A9D253-8B8D-EB87-36E9-6EC0838E37AD}"/>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EEB17C80-A64C-E097-9223-31E1F38C89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0073B8-1C0A-D415-4982-B8A2FEB2C57F}"/>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399651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164F8-CAA8-10F5-D0DA-A2868851B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A33C03-439D-D073-7897-B508F6C297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A7FD0F-D354-5CC5-F1EB-6C84EEF5FEBF}"/>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6557A56A-9195-35F0-0A1C-FAA23D3838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6EDAF4-AB17-DCA7-1888-9C9B46F5F476}"/>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642177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34680-421C-F729-2999-31382039A4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2FB8CC-C6AB-AFFF-D11C-CBE1AFB546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147CC0-6703-1F69-9405-2527813AD5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A527E1-3AB2-6A5A-0FF1-708EA99271D3}"/>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6" name="Footer Placeholder 5">
            <a:extLst>
              <a:ext uri="{FF2B5EF4-FFF2-40B4-BE49-F238E27FC236}">
                <a16:creationId xmlns:a16="http://schemas.microsoft.com/office/drawing/2014/main" id="{3C566848-F3F7-A5E7-339B-F9AD865FD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85F562-04E8-EED3-B0AE-B08D6907E740}"/>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1717359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2962-1CF8-3D4E-31A2-F9D5834E05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D46BA8-44CA-AF60-1834-46011824C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A84F58-0F98-E333-BFFE-07FB501EB2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6243AE-6151-C015-5834-1B544F0E43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31734-1FF9-92FA-78EE-E0D463B73C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F1E1A6-CAE5-764F-FED8-4B6BC59136B4}"/>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8" name="Footer Placeholder 7">
            <a:extLst>
              <a:ext uri="{FF2B5EF4-FFF2-40B4-BE49-F238E27FC236}">
                <a16:creationId xmlns:a16="http://schemas.microsoft.com/office/drawing/2014/main" id="{4D2E6A70-F6F7-1E25-2906-F61501DE65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BE60E8-6347-B53A-396F-404D81543498}"/>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3305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23763-7B69-DFD4-8FDD-E4C21515CF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E448DD-1AB3-A67C-C0BC-2F35078032E3}"/>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4" name="Footer Placeholder 3">
            <a:extLst>
              <a:ext uri="{FF2B5EF4-FFF2-40B4-BE49-F238E27FC236}">
                <a16:creationId xmlns:a16="http://schemas.microsoft.com/office/drawing/2014/main" id="{35B56B27-13DF-55CA-4A30-1E4FED51FA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4F5584-C7FE-BEFB-CD45-CE856D0A6A8B}"/>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32500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9BC2EF-74F3-81EE-0501-60D29925F0C2}"/>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3" name="Footer Placeholder 2">
            <a:extLst>
              <a:ext uri="{FF2B5EF4-FFF2-40B4-BE49-F238E27FC236}">
                <a16:creationId xmlns:a16="http://schemas.microsoft.com/office/drawing/2014/main" id="{2DDC7CA3-A014-B00E-8BFA-D5BBF39B89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9D5969-2C6B-FEC0-7B50-043B6B27D799}"/>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3647507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F4A3-B405-B9E4-9522-981A524F5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F20A4E-1818-383F-A343-E63DFF788A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0332BC-057C-7E59-2A37-DE7720A6D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1C1B8-BCAB-FC94-882D-134117239176}"/>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6" name="Footer Placeholder 5">
            <a:extLst>
              <a:ext uri="{FF2B5EF4-FFF2-40B4-BE49-F238E27FC236}">
                <a16:creationId xmlns:a16="http://schemas.microsoft.com/office/drawing/2014/main" id="{335CF8B2-C583-CB2C-2BA1-FC335D3CC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81BB81-4767-B776-88F8-18E2066F7786}"/>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95066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5CDB1-00DA-3A71-596C-72ED070953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25F5C7-6F68-9273-17DB-8440EE62E7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7AFEAA-064F-AB45-B9BD-84516B4D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E863BA-AC9A-C668-4044-E3D86B37EFA7}"/>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6" name="Footer Placeholder 5">
            <a:extLst>
              <a:ext uri="{FF2B5EF4-FFF2-40B4-BE49-F238E27FC236}">
                <a16:creationId xmlns:a16="http://schemas.microsoft.com/office/drawing/2014/main" id="{4186D7D6-CB11-BCD4-95FC-1546024945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431DA1-0B7B-E153-06F0-178E8D86CBA9}"/>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25421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9A5F-9E4A-930A-7D57-9BF199405E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C3A51C-33BB-6B5C-2141-E0BA0FC1EA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D6C975-2436-FC30-3CDB-79143283DE1D}"/>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257B9491-A8B8-1F95-F813-9905FD389D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E7C5A-CF80-5C17-5D2B-D892493DB580}"/>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1052703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1F35BA-FD09-DCB9-79CC-6BC70087A4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CD17A2-7490-F7EC-2E80-70EAF90BB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E5C934-C9E0-DFDD-FDFA-B2F3C8F03E96}"/>
              </a:ext>
            </a:extLst>
          </p:cNvPr>
          <p:cNvSpPr>
            <a:spLocks noGrp="1"/>
          </p:cNvSpPr>
          <p:nvPr>
            <p:ph type="dt" sz="half" idx="10"/>
          </p:nvPr>
        </p:nvSpPr>
        <p:spPr/>
        <p:txBody>
          <a:body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9347B007-5627-90DC-EDCA-D250048226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B3FBB-9262-4FFE-8254-7CE1BFDB2CF3}"/>
              </a:ext>
            </a:extLst>
          </p:cNvPr>
          <p:cNvSpPr>
            <a:spLocks noGrp="1"/>
          </p:cNvSpPr>
          <p:nvPr>
            <p:ph type="sldNum" sz="quarter" idx="12"/>
          </p:nvPr>
        </p:nvSpPr>
        <p:spPr/>
        <p:txBody>
          <a:bodyPr/>
          <a:lstStyle/>
          <a:p>
            <a:fld id="{4F4DDF84-AD4D-47A0-AF70-37E5E8664B8A}" type="slidenum">
              <a:rPr lang="en-IN" smtClean="0"/>
              <a:t>‹#›</a:t>
            </a:fld>
            <a:endParaRPr lang="en-IN"/>
          </a:p>
        </p:txBody>
      </p:sp>
    </p:spTree>
    <p:extLst>
      <p:ext uri="{BB962C8B-B14F-4D97-AF65-F5344CB8AC3E}">
        <p14:creationId xmlns:p14="http://schemas.microsoft.com/office/powerpoint/2010/main" val="307837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Option 3">
    <p:bg>
      <p:bgPr>
        <a:solidFill>
          <a:schemeClr val="accent1"/>
        </a:solidFill>
        <a:effectLst/>
      </p:bgPr>
    </p:bg>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5850D22F-F76F-450A-BA4F-FADB2BAD1B3B}"/>
              </a:ext>
            </a:extLst>
          </p:cNvPr>
          <p:cNvSpPr>
            <a:spLocks noGrp="1"/>
          </p:cNvSpPr>
          <p:nvPr>
            <p:ph type="pic" sz="quarter" idx="13" hasCustomPrompt="1"/>
          </p:nvPr>
        </p:nvSpPr>
        <p:spPr>
          <a:xfrm>
            <a:off x="5520337" y="1199382"/>
            <a:ext cx="5939299" cy="4454474"/>
          </a:xfrm>
          <a:prstGeom prst="ellipse">
            <a:avLst/>
          </a:prstGeom>
          <a:solidFill>
            <a:schemeClr val="bg2"/>
          </a:solidFill>
          <a:ln>
            <a:noFill/>
          </a:ln>
        </p:spPr>
        <p:txBody>
          <a:bodyPr anchor="ctr" anchorCtr="0">
            <a:normAutofit/>
          </a:bodyPr>
          <a:lstStyle>
            <a:lvl1pPr marL="0" indent="0" algn="ctr">
              <a:buNone/>
              <a:defRPr sz="844"/>
            </a:lvl1pPr>
          </a:lstStyle>
          <a:p>
            <a:r>
              <a:rPr lang="en-GB" dirty="0"/>
              <a:t>Click to add picture</a:t>
            </a:r>
          </a:p>
        </p:txBody>
      </p:sp>
      <p:sp>
        <p:nvSpPr>
          <p:cNvPr id="2" name="Title 1">
            <a:extLst>
              <a:ext uri="{FF2B5EF4-FFF2-40B4-BE49-F238E27FC236}">
                <a16:creationId xmlns:a16="http://schemas.microsoft.com/office/drawing/2014/main" id="{D9FAE979-986A-4373-A17B-5273B206B956}"/>
              </a:ext>
            </a:extLst>
          </p:cNvPr>
          <p:cNvSpPr>
            <a:spLocks noGrp="1"/>
          </p:cNvSpPr>
          <p:nvPr>
            <p:ph type="ctrTitle"/>
          </p:nvPr>
        </p:nvSpPr>
        <p:spPr>
          <a:xfrm>
            <a:off x="1143001" y="1402085"/>
            <a:ext cx="4450080" cy="1476811"/>
          </a:xfrm>
        </p:spPr>
        <p:txBody>
          <a:bodyPr anchor="b" anchorCtr="0">
            <a:normAutofit/>
          </a:bodyPr>
          <a:lstStyle>
            <a:lvl1pPr algn="l">
              <a:lnSpc>
                <a:spcPct val="100000"/>
              </a:lnSpc>
              <a:defRPr sz="195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1FCB1753-EF1D-4D16-AF12-46E6403C4CD4}"/>
              </a:ext>
            </a:extLst>
          </p:cNvPr>
          <p:cNvSpPr>
            <a:spLocks noGrp="1"/>
          </p:cNvSpPr>
          <p:nvPr>
            <p:ph type="subTitle" idx="1"/>
          </p:nvPr>
        </p:nvSpPr>
        <p:spPr>
          <a:xfrm>
            <a:off x="1143001" y="3081238"/>
            <a:ext cx="4450080" cy="1655762"/>
          </a:xfrm>
        </p:spPr>
        <p:txBody>
          <a:bodyPr>
            <a:normAutofit/>
          </a:bodyPr>
          <a:lstStyle>
            <a:lvl1pPr marL="0" indent="0" algn="l">
              <a:lnSpc>
                <a:spcPct val="100000"/>
              </a:lnSpc>
              <a:buNone/>
              <a:defRPr sz="825">
                <a:solidFill>
                  <a:schemeClr val="accent2"/>
                </a:solidFill>
                <a:latin typeface="Open Sans" panose="020B0606030504020204" pitchFamily="34" charset="0"/>
                <a:ea typeface="Open Sans" panose="020B0606030504020204" pitchFamily="34" charset="0"/>
                <a:cs typeface="Open Sans" panose="020B060603050402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58E4AFAD-5465-41FB-AF6B-161161025B9E}"/>
              </a:ext>
            </a:extLst>
          </p:cNvPr>
          <p:cNvSpPr>
            <a:spLocks noGrp="1"/>
          </p:cNvSpPr>
          <p:nvPr>
            <p:ph type="dt" sz="half" idx="10"/>
          </p:nvPr>
        </p:nvSpPr>
        <p:spPr/>
        <p:txBody>
          <a:bodyPr/>
          <a:lstStyle>
            <a:lvl1pPr>
              <a:defRPr>
                <a:solidFill>
                  <a:schemeClr val="bg1"/>
                </a:solidFill>
              </a:defRPr>
            </a:lvl1pPr>
          </a:lstStyle>
          <a:p>
            <a:r>
              <a:rPr lang="en-GB"/>
              <a:t>09/04/2019</a:t>
            </a:r>
          </a:p>
        </p:txBody>
      </p:sp>
      <p:sp>
        <p:nvSpPr>
          <p:cNvPr id="5" name="Footer Placeholder 4">
            <a:extLst>
              <a:ext uri="{FF2B5EF4-FFF2-40B4-BE49-F238E27FC236}">
                <a16:creationId xmlns:a16="http://schemas.microsoft.com/office/drawing/2014/main" id="{86AC4FD6-F7C0-4792-A8D1-D8B2100FDD39}"/>
              </a:ext>
            </a:extLst>
          </p:cNvPr>
          <p:cNvSpPr>
            <a:spLocks noGrp="1"/>
          </p:cNvSpPr>
          <p:nvPr>
            <p:ph type="ftr" sz="quarter" idx="11"/>
          </p:nvPr>
        </p:nvSpPr>
        <p:spPr/>
        <p:txBody>
          <a:bodyPr/>
          <a:lstStyle>
            <a:lvl1pPr>
              <a:defRPr>
                <a:solidFill>
                  <a:schemeClr val="bg1"/>
                </a:solidFill>
              </a:defRPr>
            </a:lvl1pPr>
          </a:lstStyle>
          <a:p>
            <a:r>
              <a:rPr lang="en-GB"/>
              <a:t>Presentation title</a:t>
            </a:r>
          </a:p>
        </p:txBody>
      </p:sp>
      <p:sp>
        <p:nvSpPr>
          <p:cNvPr id="6" name="Slide Number Placeholder 5">
            <a:extLst>
              <a:ext uri="{FF2B5EF4-FFF2-40B4-BE49-F238E27FC236}">
                <a16:creationId xmlns:a16="http://schemas.microsoft.com/office/drawing/2014/main" id="{FDE44A39-9B3D-4A23-9281-DA52E8E58BBB}"/>
              </a:ext>
            </a:extLst>
          </p:cNvPr>
          <p:cNvSpPr>
            <a:spLocks noGrp="1"/>
          </p:cNvSpPr>
          <p:nvPr>
            <p:ph type="sldNum" sz="quarter" idx="12"/>
          </p:nvPr>
        </p:nvSpPr>
        <p:spPr/>
        <p:txBody>
          <a:bodyPr/>
          <a:lstStyle>
            <a:lvl1pPr>
              <a:defRPr>
                <a:solidFill>
                  <a:schemeClr val="bg1"/>
                </a:solidFill>
              </a:defRPr>
            </a:lvl1pPr>
          </a:lstStyle>
          <a:p>
            <a:fld id="{CD018B5B-3FD1-43B0-9C50-E33EBAC66E22}" type="slidenum">
              <a:rPr lang="en-GB" smtClean="0"/>
              <a:pPr/>
              <a:t>‹#›</a:t>
            </a:fld>
            <a:endParaRPr lang="en-GB"/>
          </a:p>
        </p:txBody>
      </p:sp>
      <p:pic>
        <p:nvPicPr>
          <p:cNvPr id="11" name="Picture 10">
            <a:extLst>
              <a:ext uri="{FF2B5EF4-FFF2-40B4-BE49-F238E27FC236}">
                <a16:creationId xmlns:a16="http://schemas.microsoft.com/office/drawing/2014/main" id="{5E193F6F-7DD4-42B9-A092-3E814439E5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9489" y="503903"/>
            <a:ext cx="3076992" cy="418109"/>
          </a:xfrm>
          <a:prstGeom prst="rect">
            <a:avLst/>
          </a:prstGeom>
        </p:spPr>
      </p:pic>
    </p:spTree>
    <p:extLst>
      <p:ext uri="{BB962C8B-B14F-4D97-AF65-F5344CB8AC3E}">
        <p14:creationId xmlns:p14="http://schemas.microsoft.com/office/powerpoint/2010/main" val="298174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rge Text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D9DD-3352-40AC-9E68-DE965A158152}"/>
              </a:ext>
            </a:extLst>
          </p:cNvPr>
          <p:cNvSpPr>
            <a:spLocks noGrp="1"/>
          </p:cNvSpPr>
          <p:nvPr>
            <p:ph type="title"/>
          </p:nvPr>
        </p:nvSpPr>
        <p:spPr>
          <a:xfrm>
            <a:off x="143339" y="476673"/>
            <a:ext cx="9393767" cy="720725"/>
          </a:xfrm>
        </p:spPr>
        <p:txBody>
          <a:bodyPr/>
          <a:lstStyle/>
          <a:p>
            <a:r>
              <a:rPr lang="en-US" dirty="0"/>
              <a:t>Click to edit Master title style</a:t>
            </a:r>
            <a:endParaRPr lang="en-GB" dirty="0"/>
          </a:p>
        </p:txBody>
      </p:sp>
      <p:sp>
        <p:nvSpPr>
          <p:cNvPr id="7" name="Content Placeholder 2">
            <a:extLst>
              <a:ext uri="{FF2B5EF4-FFF2-40B4-BE49-F238E27FC236}">
                <a16:creationId xmlns:a16="http://schemas.microsoft.com/office/drawing/2014/main" id="{0CBDB408-6D88-4D5F-BAB9-F6952E06E022}"/>
              </a:ext>
            </a:extLst>
          </p:cNvPr>
          <p:cNvSpPr>
            <a:spLocks noGrp="1"/>
          </p:cNvSpPr>
          <p:nvPr>
            <p:ph idx="1"/>
          </p:nvPr>
        </p:nvSpPr>
        <p:spPr>
          <a:xfrm>
            <a:off x="723901" y="1860763"/>
            <a:ext cx="6388103" cy="4268576"/>
          </a:xfrm>
        </p:spPr>
        <p:txBody>
          <a:bodyPr/>
          <a:lstStyle>
            <a:lvl1pPr marL="0" indent="0">
              <a:lnSpc>
                <a:spcPct val="100000"/>
              </a:lnSpc>
              <a:buNone/>
              <a:defRPr/>
            </a:lvl1pPr>
            <a:lvl2pPr marL="257175" indent="0">
              <a:buNone/>
              <a:defRPr/>
            </a:lvl2pPr>
            <a:lvl3pPr marL="514350" indent="0">
              <a:buNone/>
              <a:defRPr/>
            </a:lvl3pPr>
            <a:lvl4pPr marL="771525" indent="0">
              <a:buNone/>
              <a:defRPr/>
            </a:lvl4pPr>
            <a:lvl5pPr marL="1028700" indent="0">
              <a:buNone/>
              <a:defRPr/>
            </a:lvl5pPr>
          </a:lstStyle>
          <a:p>
            <a:pPr lvl="0"/>
            <a:r>
              <a:rPr lang="en-US"/>
              <a:t>Click to edit Master text styles</a:t>
            </a:r>
          </a:p>
        </p:txBody>
      </p:sp>
    </p:spTree>
    <p:extLst>
      <p:ext uri="{BB962C8B-B14F-4D97-AF65-F5344CB8AC3E}">
        <p14:creationId xmlns:p14="http://schemas.microsoft.com/office/powerpoint/2010/main" val="196827424"/>
      </p:ext>
    </p:extLst>
  </p:cSld>
  <p:clrMapOvr>
    <a:masterClrMapping/>
  </p:clrMapOvr>
  <p:extLst>
    <p:ext uri="{DCECCB84-F9BA-43D5-87BE-67443E8EF086}">
      <p15:sldGuideLst xmlns:p15="http://schemas.microsoft.com/office/powerpoint/2012/main">
        <p15:guide id="1" orient="horz" pos="14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11" name="Text Placeholder 10"/>
          <p:cNvSpPr>
            <a:spLocks noGrp="1"/>
          </p:cNvSpPr>
          <p:nvPr>
            <p:ph type="body" sz="quarter" idx="14"/>
          </p:nvPr>
        </p:nvSpPr>
        <p:spPr bwMode="ltGray">
          <a:xfrm>
            <a:off x="1016002" y="1436690"/>
            <a:ext cx="10140463" cy="1846211"/>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itle 11"/>
          <p:cNvSpPr>
            <a:spLocks noGrp="1"/>
          </p:cNvSpPr>
          <p:nvPr>
            <p:ph type="title"/>
          </p:nvPr>
        </p:nvSpPr>
        <p:spPr bwMode="ltGray">
          <a:xfrm>
            <a:off x="1016002" y="538163"/>
            <a:ext cx="10140463" cy="370558"/>
          </a:xfrm>
        </p:spPr>
        <p:txBody>
          <a:bodyPr/>
          <a:lstStyle/>
          <a:p>
            <a:r>
              <a:rPr lang="en-US"/>
              <a:t>Click to edit Master title style</a:t>
            </a:r>
            <a:endParaRPr lang="en-GB"/>
          </a:p>
        </p:txBody>
      </p:sp>
    </p:spTree>
    <p:extLst>
      <p:ext uri="{BB962C8B-B14F-4D97-AF65-F5344CB8AC3E}">
        <p14:creationId xmlns:p14="http://schemas.microsoft.com/office/powerpoint/2010/main" val="823374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6CC067-23F1-4662-4832-90FC7B7E2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2805F6-4F11-0B85-3C69-6A7C938CD7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CCAE77-3843-6968-16FC-2E601D4200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F3C48D-C520-4162-981D-C003B37A259D}" type="datetimeFigureOut">
              <a:rPr lang="en-IN" smtClean="0"/>
              <a:t>14-07-2026</a:t>
            </a:fld>
            <a:endParaRPr lang="en-IN"/>
          </a:p>
        </p:txBody>
      </p:sp>
      <p:sp>
        <p:nvSpPr>
          <p:cNvPr id="5" name="Footer Placeholder 4">
            <a:extLst>
              <a:ext uri="{FF2B5EF4-FFF2-40B4-BE49-F238E27FC236}">
                <a16:creationId xmlns:a16="http://schemas.microsoft.com/office/drawing/2014/main" id="{C6D115FA-68B6-DED8-2ACD-E131E6B9A6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44BF34E-C744-6E07-B3AA-956218BBDA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4DDF84-AD4D-47A0-AF70-37E5E8664B8A}" type="slidenum">
              <a:rPr lang="en-IN" smtClean="0"/>
              <a:t>‹#›</a:t>
            </a:fld>
            <a:endParaRPr lang="en-IN"/>
          </a:p>
        </p:txBody>
      </p:sp>
      <p:sp>
        <p:nvSpPr>
          <p:cNvPr id="8" name="TextBox 7">
            <a:extLst>
              <a:ext uri="{FF2B5EF4-FFF2-40B4-BE49-F238E27FC236}">
                <a16:creationId xmlns:a16="http://schemas.microsoft.com/office/drawing/2014/main" id="{397D574A-E05B-BEE0-4BE5-98636DFF74FA}"/>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IN" sz="900">
                <a:solidFill>
                  <a:srgbClr val="0078D7">
                    <a:alpha val="50000"/>
                  </a:srgbClr>
                </a:solidFill>
                <a:latin typeface="Rockwell" panose="02060603020205020403" pitchFamily="18" charset="0"/>
              </a:rPr>
              <a:t>Information Classification: General</a:t>
            </a:r>
          </a:p>
        </p:txBody>
      </p:sp>
    </p:spTree>
    <p:extLst>
      <p:ext uri="{BB962C8B-B14F-4D97-AF65-F5344CB8AC3E}">
        <p14:creationId xmlns:p14="http://schemas.microsoft.com/office/powerpoint/2010/main" val="667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4.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19.xml.rels><?xml version="1.0" encoding="UTF-8" standalone="yes"?>
<Relationships xmlns="http://schemas.openxmlformats.org/package/2006/relationships"><Relationship Id="rId8" Type="http://schemas.openxmlformats.org/officeDocument/2006/relationships/hyperlink" Target="https://www.crcpress.com/go/author_directions_navigating_your_success_in_academic_blogging?utm_source=CRCPress&amp;utm_medium=cms&amp;utm_campaign=171111499" TargetMode="External"/><Relationship Id="rId13"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29.jpeg"/><Relationship Id="rId12" Type="http://schemas.openxmlformats.org/officeDocument/2006/relationships/hyperlink" Target="https://www.crcpress.com/go/author_directions_navigating_your_success_with_book_launches?utm_source=shared_link&amp;utm_medium=post&amp;utm_campaign=180515171" TargetMode="External"/><Relationship Id="rId17" Type="http://schemas.openxmlformats.org/officeDocument/2006/relationships/image" Target="../media/image34.jpeg"/><Relationship Id="rId2" Type="http://schemas.openxmlformats.org/officeDocument/2006/relationships/hyperlink" Target="https://www.crcpress.com/go/author_directions_navigating_your_success_from_phd_to_book1?utm_source=CRCPress&amp;utm_medium=cms&amp;utm_campaign=170808823" TargetMode="External"/><Relationship Id="rId16" Type="http://schemas.openxmlformats.org/officeDocument/2006/relationships/hyperlink" Target="https://www.crcpress.com/go/author_directions_understanding_linkedin_and_how_to_effectively_utilise_it?utm_source=shared_link&amp;utm_medium=post&amp;utm_campaign=B190104039" TargetMode="External"/><Relationship Id="rId1" Type="http://schemas.openxmlformats.org/officeDocument/2006/relationships/slideLayout" Target="../slideLayouts/slideLayout2.xml"/><Relationship Id="rId6" Type="http://schemas.openxmlformats.org/officeDocument/2006/relationships/hyperlink" Target="https://www.crcpress.com/go/author_directions_navigating_your_success_through_discovery_advocacy1?utm_source=CRCPress&amp;utm_medium=cms&amp;utm_campaign=171010392" TargetMode="External"/><Relationship Id="rId11" Type="http://schemas.openxmlformats.org/officeDocument/2006/relationships/image" Target="../media/image31.png"/><Relationship Id="rId5" Type="http://schemas.openxmlformats.org/officeDocument/2006/relationships/image" Target="../media/image28.png"/><Relationship Id="rId15" Type="http://schemas.openxmlformats.org/officeDocument/2006/relationships/image" Target="../media/image33.jpeg"/><Relationship Id="rId10" Type="http://schemas.openxmlformats.org/officeDocument/2006/relationships/hyperlink" Target="https://www.crcpress.com/go/author_directions_navigating_your_success_in_book_reviews?utm_source=CRCPress&amp;utm_medium=cms&amp;utm_campaign=171211734" TargetMode="External"/><Relationship Id="rId4" Type="http://schemas.openxmlformats.org/officeDocument/2006/relationships/hyperlink" Target="https://www.crcpress.com/go/author_directions_navigating_your_success_in_social_media2?utm_source=CRCPress&amp;utm_medium=cms&amp;utm_campaign=170808957" TargetMode="External"/><Relationship Id="rId9" Type="http://schemas.openxmlformats.org/officeDocument/2006/relationships/image" Target="../media/image30.png"/><Relationship Id="rId14" Type="http://schemas.openxmlformats.org/officeDocument/2006/relationships/hyperlink" Target="https://www.crcpress.com/go/author_directions_navigating_your_success_through_network_collaboration?utm_source=shared_link&amp;utm_medium=post&amp;utm_campaign=180616438"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diagramQuickStyle" Target="../diagrams/quickStyle6.xml"/><Relationship Id="rId13" Type="http://schemas.openxmlformats.org/officeDocument/2006/relationships/image" Target="../media/image52.png"/><Relationship Id="rId3" Type="http://schemas.openxmlformats.org/officeDocument/2006/relationships/image" Target="../media/image47.jpeg"/><Relationship Id="rId7" Type="http://schemas.openxmlformats.org/officeDocument/2006/relationships/diagramLayout" Target="../diagrams/layout6.xml"/><Relationship Id="rId12"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Data" Target="../diagrams/data6.xml"/><Relationship Id="rId11" Type="http://schemas.openxmlformats.org/officeDocument/2006/relationships/image" Target="../media/image50.png"/><Relationship Id="rId5" Type="http://schemas.openxmlformats.org/officeDocument/2006/relationships/image" Target="../media/image49.png"/><Relationship Id="rId10" Type="http://schemas.microsoft.com/office/2007/relationships/diagramDrawing" Target="../diagrams/drawing6.xml"/><Relationship Id="rId4" Type="http://schemas.openxmlformats.org/officeDocument/2006/relationships/image" Target="../media/image48.png"/><Relationship Id="rId9" Type="http://schemas.openxmlformats.org/officeDocument/2006/relationships/diagramColors" Target="../diagrams/colors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58.jpg"/><Relationship Id="rId3" Type="http://schemas.openxmlformats.org/officeDocument/2006/relationships/image" Target="../media/image53.jpeg"/><Relationship Id="rId7" Type="http://schemas.openxmlformats.org/officeDocument/2006/relationships/image" Target="../media/image57.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6.jpg"/><Relationship Id="rId5" Type="http://schemas.openxmlformats.org/officeDocument/2006/relationships/image" Target="../media/image55.jpeg"/><Relationship Id="rId4" Type="http://schemas.openxmlformats.org/officeDocument/2006/relationships/image" Target="../media/image54.jpe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mailto:gauravjeetsingh.reen@taylorandfrancis.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15F5-A625-F14E-3DF5-54C93E853237}"/>
              </a:ext>
            </a:extLst>
          </p:cNvPr>
          <p:cNvSpPr>
            <a:spLocks noGrp="1"/>
          </p:cNvSpPr>
          <p:nvPr>
            <p:ph type="ctrTitle"/>
          </p:nvPr>
        </p:nvSpPr>
        <p:spPr>
          <a:xfrm>
            <a:off x="435680" y="807613"/>
            <a:ext cx="11142921" cy="1128478"/>
          </a:xfrm>
        </p:spPr>
        <p:txBody>
          <a:bodyPr anchor="b">
            <a:normAutofit/>
          </a:bodyPr>
          <a:lstStyle/>
          <a:p>
            <a:pPr algn="l"/>
            <a:r>
              <a:rPr lang="en-IN" sz="3400" b="1" dirty="0"/>
              <a:t>Navigating the Publishing Process: Scholarly Books and Open Research in STEM</a:t>
            </a:r>
            <a:endParaRPr lang="en-IN" sz="3400" dirty="0"/>
          </a:p>
        </p:txBody>
      </p:sp>
      <p:pic>
        <p:nvPicPr>
          <p:cNvPr id="3076" name="Picture 4" descr="Our company - Taylor &amp; Francis">
            <a:extLst>
              <a:ext uri="{FF2B5EF4-FFF2-40B4-BE49-F238E27FC236}">
                <a16:creationId xmlns:a16="http://schemas.microsoft.com/office/drawing/2014/main" id="{B25F6192-0E44-E7B9-C304-C3F5BD71B8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94071" y="3617442"/>
            <a:ext cx="4708833" cy="1128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E02B667-2C13-11F6-7571-3BD83B6CEF13}"/>
              </a:ext>
            </a:extLst>
          </p:cNvPr>
          <p:cNvSpPr txBox="1"/>
          <p:nvPr/>
        </p:nvSpPr>
        <p:spPr>
          <a:xfrm>
            <a:off x="151698" y="5496389"/>
            <a:ext cx="6636774" cy="738664"/>
          </a:xfrm>
          <a:prstGeom prst="rect">
            <a:avLst/>
          </a:prstGeom>
          <a:noFill/>
        </p:spPr>
        <p:txBody>
          <a:bodyPr wrap="square" lIns="91440" tIns="45720" rIns="91440" bIns="45720" rtlCol="0" anchor="t">
            <a:spAutoFit/>
          </a:bodyPr>
          <a:lstStyle/>
          <a:p>
            <a:r>
              <a:rPr lang="en-IN" sz="2400" b="1" dirty="0"/>
              <a:t>Mr Gauravjeet Singh Reen </a:t>
            </a:r>
          </a:p>
          <a:p>
            <a:r>
              <a:rPr lang="en-IN" dirty="0"/>
              <a:t>Senior Editor: Electrical and Computer Engineering</a:t>
            </a:r>
          </a:p>
        </p:txBody>
      </p:sp>
    </p:spTree>
    <p:extLst>
      <p:ext uri="{BB962C8B-B14F-4D97-AF65-F5344CB8AC3E}">
        <p14:creationId xmlns:p14="http://schemas.microsoft.com/office/powerpoint/2010/main" val="245063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africa with black outline&#10;&#10;Description automatically generated">
            <a:extLst>
              <a:ext uri="{FF2B5EF4-FFF2-40B4-BE49-F238E27FC236}">
                <a16:creationId xmlns:a16="http://schemas.microsoft.com/office/drawing/2014/main" id="{7573F020-1FB1-3746-0DBF-5B8673B13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6554" y="0"/>
            <a:ext cx="9698892" cy="6858000"/>
          </a:xfrm>
          <a:prstGeom prst="rect">
            <a:avLst/>
          </a:prstGeom>
        </p:spPr>
      </p:pic>
    </p:spTree>
    <p:extLst>
      <p:ext uri="{BB962C8B-B14F-4D97-AF65-F5344CB8AC3E}">
        <p14:creationId xmlns:p14="http://schemas.microsoft.com/office/powerpoint/2010/main" val="42329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7">
            <a:extLst>
              <a:ext uri="{FF2B5EF4-FFF2-40B4-BE49-F238E27FC236}">
                <a16:creationId xmlns:a16="http://schemas.microsoft.com/office/drawing/2014/main" id="{CBE00E5C-72A2-49FE-8120-A8D21623BB69}"/>
              </a:ext>
            </a:extLst>
          </p:cNvPr>
          <p:cNvSpPr>
            <a:spLocks noGrp="1"/>
          </p:cNvSpPr>
          <p:nvPr>
            <p:ph idx="1"/>
          </p:nvPr>
        </p:nvSpPr>
        <p:spPr>
          <a:xfrm>
            <a:off x="1457325" y="1364011"/>
            <a:ext cx="8772526" cy="1426814"/>
          </a:xfrm>
        </p:spPr>
        <p:txBody>
          <a:bodyPr>
            <a:normAutofit/>
          </a:bodyPr>
          <a:lstStyle/>
          <a:p>
            <a:pPr marL="0" indent="0" algn="ctr">
              <a:buNone/>
            </a:pPr>
            <a:r>
              <a:rPr lang="en-GB" b="1" dirty="0"/>
              <a:t>African Union Agenda 2063</a:t>
            </a:r>
            <a:r>
              <a:rPr lang="en-GB" sz="1800" b="1" dirty="0"/>
              <a:t>: </a:t>
            </a:r>
          </a:p>
          <a:p>
            <a:pPr marL="0" indent="0" algn="ctr">
              <a:buNone/>
            </a:pPr>
            <a:r>
              <a:rPr lang="en-GB" sz="2400" i="1" dirty="0"/>
              <a:t>Science, Technology and Innovation (STI) as multi-functional tools and an enablers for achieving continental development goals</a:t>
            </a:r>
          </a:p>
          <a:p>
            <a:pPr algn="ctr"/>
            <a:endParaRPr lang="en-GB" sz="1800" b="1" i="1" dirty="0"/>
          </a:p>
          <a:p>
            <a:pPr marL="0" indent="0" algn="ctr">
              <a:buNone/>
            </a:pPr>
            <a:endParaRPr lang="en-GB" sz="1800" b="1" dirty="0"/>
          </a:p>
        </p:txBody>
      </p:sp>
      <p:sp>
        <p:nvSpPr>
          <p:cNvPr id="3" name="TextBox 2">
            <a:extLst>
              <a:ext uri="{FF2B5EF4-FFF2-40B4-BE49-F238E27FC236}">
                <a16:creationId xmlns:a16="http://schemas.microsoft.com/office/drawing/2014/main" id="{FC6CE053-7AC6-FCF8-9B01-0187E20E3373}"/>
              </a:ext>
            </a:extLst>
          </p:cNvPr>
          <p:cNvSpPr txBox="1"/>
          <p:nvPr/>
        </p:nvSpPr>
        <p:spPr>
          <a:xfrm>
            <a:off x="214313" y="3784192"/>
            <a:ext cx="11763374" cy="2585323"/>
          </a:xfrm>
          <a:prstGeom prst="rect">
            <a:avLst/>
          </a:prstGeom>
          <a:noFill/>
        </p:spPr>
        <p:txBody>
          <a:bodyPr wrap="square">
            <a:spAutoFit/>
          </a:bodyPr>
          <a:lstStyle/>
          <a:p>
            <a:pPr marL="0" indent="0" algn="ctr">
              <a:buNone/>
            </a:pPr>
            <a:r>
              <a:rPr lang="en-GB" sz="1800" b="1" i="1" dirty="0"/>
              <a:t>AU Science, Technology and Innovation Strategy for Africa 2034 (STISA-2034)</a:t>
            </a:r>
          </a:p>
          <a:p>
            <a:pPr marL="0" indent="0" algn="ctr">
              <a:buNone/>
            </a:pPr>
            <a:endParaRPr lang="en-GB" sz="1800" b="1" i="1" dirty="0"/>
          </a:p>
          <a:p>
            <a:pPr marL="0" indent="0" algn="ctr">
              <a:buNone/>
            </a:pPr>
            <a:r>
              <a:rPr lang="en-GB" sz="1800" dirty="0"/>
              <a:t>Vision</a:t>
            </a:r>
          </a:p>
          <a:p>
            <a:pPr marL="0" indent="0" algn="ctr">
              <a:buNone/>
            </a:pPr>
            <a:r>
              <a:rPr lang="en-GB" sz="1800" dirty="0"/>
              <a:t> </a:t>
            </a:r>
            <a:r>
              <a:rPr lang="en-US" sz="1800" dirty="0"/>
              <a:t>“An integrated, prosperous, and peaceful Africa where science, technology, and innovation drive sustainable</a:t>
            </a:r>
          </a:p>
          <a:p>
            <a:pPr marL="0" indent="0" algn="ctr">
              <a:buNone/>
            </a:pPr>
            <a:r>
              <a:rPr lang="en-US" sz="1800" dirty="0"/>
              <a:t>socio-economic development.”</a:t>
            </a:r>
          </a:p>
          <a:p>
            <a:pPr marL="0" indent="0" algn="ctr">
              <a:buNone/>
            </a:pPr>
            <a:endParaRPr lang="en-US" sz="1800" dirty="0"/>
          </a:p>
          <a:p>
            <a:pPr marL="0" indent="0" algn="ctr">
              <a:buNone/>
            </a:pPr>
            <a:r>
              <a:rPr lang="en-US" sz="1800" dirty="0"/>
              <a:t>Mission </a:t>
            </a:r>
          </a:p>
          <a:p>
            <a:pPr marL="0" indent="0" algn="ctr">
              <a:buNone/>
            </a:pPr>
            <a:r>
              <a:rPr lang="en-US" i="1" dirty="0"/>
              <a:t>“To harness the transformative power of science, technology, and innovation in accelerating Africa’s transition into a knowledge-based and innovation-driven continent”.</a:t>
            </a:r>
            <a:endParaRPr lang="en-GB" sz="1800" dirty="0"/>
          </a:p>
        </p:txBody>
      </p:sp>
      <p:pic>
        <p:nvPicPr>
          <p:cNvPr id="6" name="Picture 5">
            <a:extLst>
              <a:ext uri="{FF2B5EF4-FFF2-40B4-BE49-F238E27FC236}">
                <a16:creationId xmlns:a16="http://schemas.microsoft.com/office/drawing/2014/main" id="{AA9209F6-298B-C9B4-5E9F-6A1DBBA7C324}"/>
              </a:ext>
            </a:extLst>
          </p:cNvPr>
          <p:cNvPicPr>
            <a:picLocks noChangeAspect="1"/>
          </p:cNvPicPr>
          <p:nvPr/>
        </p:nvPicPr>
        <p:blipFill>
          <a:blip r:embed="rId3"/>
          <a:stretch>
            <a:fillRect/>
          </a:stretch>
        </p:blipFill>
        <p:spPr>
          <a:xfrm>
            <a:off x="10401300" y="0"/>
            <a:ext cx="1811557" cy="2558334"/>
          </a:xfrm>
          <a:prstGeom prst="rect">
            <a:avLst/>
          </a:prstGeom>
        </p:spPr>
      </p:pic>
    </p:spTree>
    <p:extLst>
      <p:ext uri="{BB962C8B-B14F-4D97-AF65-F5344CB8AC3E}">
        <p14:creationId xmlns:p14="http://schemas.microsoft.com/office/powerpoint/2010/main" val="1464221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14612" y="264697"/>
            <a:ext cx="3165487" cy="590891"/>
          </a:xfrm>
          <a:custGeom>
            <a:avLst/>
            <a:gdLst/>
            <a:ahLst/>
            <a:cxnLst/>
            <a:rect l="l" t="t" r="r" b="b"/>
            <a:pathLst>
              <a:path w="4748231" h="886336">
                <a:moveTo>
                  <a:pt x="0" y="0"/>
                </a:moveTo>
                <a:lnTo>
                  <a:pt x="4748232" y="0"/>
                </a:lnTo>
                <a:lnTo>
                  <a:pt x="4748232" y="886337"/>
                </a:lnTo>
                <a:lnTo>
                  <a:pt x="0" y="886337"/>
                </a:lnTo>
                <a:lnTo>
                  <a:pt x="0" y="0"/>
                </a:lnTo>
                <a:close/>
              </a:path>
            </a:pathLst>
          </a:custGeom>
          <a:blipFill>
            <a:blip r:embed="rId2"/>
            <a:stretch>
              <a:fillRect/>
            </a:stretch>
          </a:blipFill>
        </p:spPr>
        <p:txBody>
          <a:bodyPr/>
          <a:lstStyle/>
          <a:p>
            <a:endParaRPr lang="en-IN" sz="1200"/>
          </a:p>
        </p:txBody>
      </p:sp>
      <p:sp>
        <p:nvSpPr>
          <p:cNvPr id="3" name="Freeform 3"/>
          <p:cNvSpPr/>
          <p:nvPr/>
        </p:nvSpPr>
        <p:spPr>
          <a:xfrm>
            <a:off x="1220208" y="1902298"/>
            <a:ext cx="462645" cy="363177"/>
          </a:xfrm>
          <a:custGeom>
            <a:avLst/>
            <a:gdLst/>
            <a:ahLst/>
            <a:cxnLst/>
            <a:rect l="l" t="t" r="r" b="b"/>
            <a:pathLst>
              <a:path w="693968" h="544765">
                <a:moveTo>
                  <a:pt x="0" y="0"/>
                </a:moveTo>
                <a:lnTo>
                  <a:pt x="693968" y="0"/>
                </a:lnTo>
                <a:lnTo>
                  <a:pt x="693968" y="544765"/>
                </a:lnTo>
                <a:lnTo>
                  <a:pt x="0" y="544765"/>
                </a:lnTo>
                <a:lnTo>
                  <a:pt x="0" y="0"/>
                </a:lnTo>
                <a:close/>
              </a:path>
            </a:pathLst>
          </a:custGeom>
          <a:blipFill>
            <a:blip r:embed="rId3"/>
            <a:stretch>
              <a:fillRect/>
            </a:stretch>
          </a:blipFill>
        </p:spPr>
        <p:txBody>
          <a:bodyPr/>
          <a:lstStyle/>
          <a:p>
            <a:endParaRPr lang="en-IN" sz="1200"/>
          </a:p>
        </p:txBody>
      </p:sp>
      <p:sp>
        <p:nvSpPr>
          <p:cNvPr id="4" name="Freeform 4"/>
          <p:cNvSpPr/>
          <p:nvPr/>
        </p:nvSpPr>
        <p:spPr>
          <a:xfrm>
            <a:off x="1220208" y="2602024"/>
            <a:ext cx="462645" cy="363177"/>
          </a:xfrm>
          <a:custGeom>
            <a:avLst/>
            <a:gdLst/>
            <a:ahLst/>
            <a:cxnLst/>
            <a:rect l="l" t="t" r="r" b="b"/>
            <a:pathLst>
              <a:path w="693968" h="544765">
                <a:moveTo>
                  <a:pt x="0" y="0"/>
                </a:moveTo>
                <a:lnTo>
                  <a:pt x="693968" y="0"/>
                </a:lnTo>
                <a:lnTo>
                  <a:pt x="693968" y="544765"/>
                </a:lnTo>
                <a:lnTo>
                  <a:pt x="0" y="544765"/>
                </a:lnTo>
                <a:lnTo>
                  <a:pt x="0" y="0"/>
                </a:lnTo>
                <a:close/>
              </a:path>
            </a:pathLst>
          </a:custGeom>
          <a:blipFill>
            <a:blip r:embed="rId3"/>
            <a:stretch>
              <a:fillRect/>
            </a:stretch>
          </a:blipFill>
        </p:spPr>
        <p:txBody>
          <a:bodyPr/>
          <a:lstStyle/>
          <a:p>
            <a:endParaRPr lang="en-IN" sz="1200"/>
          </a:p>
        </p:txBody>
      </p:sp>
      <p:sp>
        <p:nvSpPr>
          <p:cNvPr id="5" name="Freeform 5"/>
          <p:cNvSpPr/>
          <p:nvPr/>
        </p:nvSpPr>
        <p:spPr>
          <a:xfrm>
            <a:off x="1220208" y="3470638"/>
            <a:ext cx="462645" cy="363177"/>
          </a:xfrm>
          <a:custGeom>
            <a:avLst/>
            <a:gdLst/>
            <a:ahLst/>
            <a:cxnLst/>
            <a:rect l="l" t="t" r="r" b="b"/>
            <a:pathLst>
              <a:path w="693968" h="544765">
                <a:moveTo>
                  <a:pt x="0" y="0"/>
                </a:moveTo>
                <a:lnTo>
                  <a:pt x="693968" y="0"/>
                </a:lnTo>
                <a:lnTo>
                  <a:pt x="693968" y="544765"/>
                </a:lnTo>
                <a:lnTo>
                  <a:pt x="0" y="544765"/>
                </a:lnTo>
                <a:lnTo>
                  <a:pt x="0" y="0"/>
                </a:lnTo>
                <a:close/>
              </a:path>
            </a:pathLst>
          </a:custGeom>
          <a:blipFill>
            <a:blip r:embed="rId3"/>
            <a:stretch>
              <a:fillRect/>
            </a:stretch>
          </a:blipFill>
        </p:spPr>
        <p:txBody>
          <a:bodyPr/>
          <a:lstStyle/>
          <a:p>
            <a:endParaRPr lang="en-IN" sz="1200"/>
          </a:p>
        </p:txBody>
      </p:sp>
      <p:sp>
        <p:nvSpPr>
          <p:cNvPr id="6" name="Freeform 6"/>
          <p:cNvSpPr/>
          <p:nvPr/>
        </p:nvSpPr>
        <p:spPr>
          <a:xfrm>
            <a:off x="1220208" y="4993955"/>
            <a:ext cx="462645" cy="363177"/>
          </a:xfrm>
          <a:custGeom>
            <a:avLst/>
            <a:gdLst/>
            <a:ahLst/>
            <a:cxnLst/>
            <a:rect l="l" t="t" r="r" b="b"/>
            <a:pathLst>
              <a:path w="693968" h="544765">
                <a:moveTo>
                  <a:pt x="0" y="0"/>
                </a:moveTo>
                <a:lnTo>
                  <a:pt x="693968" y="0"/>
                </a:lnTo>
                <a:lnTo>
                  <a:pt x="693968" y="544765"/>
                </a:lnTo>
                <a:lnTo>
                  <a:pt x="0" y="544765"/>
                </a:lnTo>
                <a:lnTo>
                  <a:pt x="0" y="0"/>
                </a:lnTo>
                <a:close/>
              </a:path>
            </a:pathLst>
          </a:custGeom>
          <a:blipFill>
            <a:blip r:embed="rId3"/>
            <a:stretch>
              <a:fillRect/>
            </a:stretch>
          </a:blipFill>
        </p:spPr>
        <p:txBody>
          <a:bodyPr/>
          <a:lstStyle/>
          <a:p>
            <a:endParaRPr lang="en-IN" sz="1200"/>
          </a:p>
        </p:txBody>
      </p:sp>
      <p:sp>
        <p:nvSpPr>
          <p:cNvPr id="7" name="Freeform 7"/>
          <p:cNvSpPr/>
          <p:nvPr/>
        </p:nvSpPr>
        <p:spPr>
          <a:xfrm>
            <a:off x="3090457" y="6104580"/>
            <a:ext cx="1924436" cy="564501"/>
          </a:xfrm>
          <a:custGeom>
            <a:avLst/>
            <a:gdLst/>
            <a:ahLst/>
            <a:cxnLst/>
            <a:rect l="l" t="t" r="r" b="b"/>
            <a:pathLst>
              <a:path w="2886654" h="846752">
                <a:moveTo>
                  <a:pt x="0" y="0"/>
                </a:moveTo>
                <a:lnTo>
                  <a:pt x="2886654" y="0"/>
                </a:lnTo>
                <a:lnTo>
                  <a:pt x="2886654" y="846751"/>
                </a:lnTo>
                <a:lnTo>
                  <a:pt x="0" y="846751"/>
                </a:lnTo>
                <a:lnTo>
                  <a:pt x="0" y="0"/>
                </a:lnTo>
                <a:close/>
              </a:path>
            </a:pathLst>
          </a:custGeom>
          <a:blipFill>
            <a:blip r:embed="rId4"/>
            <a:stretch>
              <a:fillRect/>
            </a:stretch>
          </a:blipFill>
        </p:spPr>
        <p:txBody>
          <a:bodyPr/>
          <a:lstStyle/>
          <a:p>
            <a:endParaRPr lang="en-IN" sz="1200"/>
          </a:p>
        </p:txBody>
      </p:sp>
      <p:sp>
        <p:nvSpPr>
          <p:cNvPr id="8" name="Freeform 8"/>
          <p:cNvSpPr/>
          <p:nvPr/>
        </p:nvSpPr>
        <p:spPr>
          <a:xfrm>
            <a:off x="685800" y="6155292"/>
            <a:ext cx="1834961" cy="513789"/>
          </a:xfrm>
          <a:custGeom>
            <a:avLst/>
            <a:gdLst/>
            <a:ahLst/>
            <a:cxnLst/>
            <a:rect l="l" t="t" r="r" b="b"/>
            <a:pathLst>
              <a:path w="2752442" h="770684">
                <a:moveTo>
                  <a:pt x="0" y="0"/>
                </a:moveTo>
                <a:lnTo>
                  <a:pt x="2752442" y="0"/>
                </a:lnTo>
                <a:lnTo>
                  <a:pt x="2752442" y="770683"/>
                </a:lnTo>
                <a:lnTo>
                  <a:pt x="0" y="770683"/>
                </a:lnTo>
                <a:lnTo>
                  <a:pt x="0" y="0"/>
                </a:lnTo>
                <a:close/>
              </a:path>
            </a:pathLst>
          </a:custGeom>
          <a:blipFill>
            <a:blip r:embed="rId5"/>
            <a:stretch>
              <a:fillRect/>
            </a:stretch>
          </a:blipFill>
        </p:spPr>
        <p:txBody>
          <a:bodyPr/>
          <a:lstStyle/>
          <a:p>
            <a:endParaRPr lang="en-IN" sz="1200"/>
          </a:p>
        </p:txBody>
      </p:sp>
      <p:sp>
        <p:nvSpPr>
          <p:cNvPr id="9" name="Freeform 9"/>
          <p:cNvSpPr/>
          <p:nvPr/>
        </p:nvSpPr>
        <p:spPr>
          <a:xfrm>
            <a:off x="10669139" y="4468359"/>
            <a:ext cx="1051193" cy="1051193"/>
          </a:xfrm>
          <a:custGeom>
            <a:avLst/>
            <a:gdLst/>
            <a:ahLst/>
            <a:cxnLst/>
            <a:rect l="l" t="t" r="r" b="b"/>
            <a:pathLst>
              <a:path w="1576789" h="1576789">
                <a:moveTo>
                  <a:pt x="0" y="0"/>
                </a:moveTo>
                <a:lnTo>
                  <a:pt x="1576789" y="0"/>
                </a:lnTo>
                <a:lnTo>
                  <a:pt x="1576789" y="1576789"/>
                </a:lnTo>
                <a:lnTo>
                  <a:pt x="0" y="1576789"/>
                </a:lnTo>
                <a:lnTo>
                  <a:pt x="0" y="0"/>
                </a:lnTo>
                <a:close/>
              </a:path>
            </a:pathLst>
          </a:custGeom>
          <a:blipFill>
            <a:blip r:embed="rId6"/>
            <a:stretch>
              <a:fillRect/>
            </a:stretch>
          </a:blipFill>
        </p:spPr>
        <p:txBody>
          <a:bodyPr/>
          <a:lstStyle/>
          <a:p>
            <a:endParaRPr lang="en-IN" sz="1200"/>
          </a:p>
        </p:txBody>
      </p:sp>
      <p:sp>
        <p:nvSpPr>
          <p:cNvPr id="10" name="Freeform 10"/>
          <p:cNvSpPr/>
          <p:nvPr/>
        </p:nvSpPr>
        <p:spPr>
          <a:xfrm>
            <a:off x="5584589" y="6149891"/>
            <a:ext cx="3791020" cy="473877"/>
          </a:xfrm>
          <a:custGeom>
            <a:avLst/>
            <a:gdLst/>
            <a:ahLst/>
            <a:cxnLst/>
            <a:rect l="l" t="t" r="r" b="b"/>
            <a:pathLst>
              <a:path w="5686530" h="710816">
                <a:moveTo>
                  <a:pt x="0" y="0"/>
                </a:moveTo>
                <a:lnTo>
                  <a:pt x="5686531" y="0"/>
                </a:lnTo>
                <a:lnTo>
                  <a:pt x="5686531" y="710817"/>
                </a:lnTo>
                <a:lnTo>
                  <a:pt x="0" y="710817"/>
                </a:lnTo>
                <a:lnTo>
                  <a:pt x="0" y="0"/>
                </a:lnTo>
                <a:close/>
              </a:path>
            </a:pathLst>
          </a:custGeom>
          <a:blipFill>
            <a:blip r:embed="rId7"/>
            <a:stretch>
              <a:fillRect/>
            </a:stretch>
          </a:blipFill>
        </p:spPr>
        <p:txBody>
          <a:bodyPr/>
          <a:lstStyle/>
          <a:p>
            <a:endParaRPr lang="en-IN" sz="1200"/>
          </a:p>
        </p:txBody>
      </p:sp>
      <p:sp>
        <p:nvSpPr>
          <p:cNvPr id="11" name="Freeform 11"/>
          <p:cNvSpPr/>
          <p:nvPr/>
        </p:nvSpPr>
        <p:spPr>
          <a:xfrm>
            <a:off x="9808191" y="5430760"/>
            <a:ext cx="1912141" cy="1912141"/>
          </a:xfrm>
          <a:custGeom>
            <a:avLst/>
            <a:gdLst/>
            <a:ahLst/>
            <a:cxnLst/>
            <a:rect l="l" t="t" r="r" b="b"/>
            <a:pathLst>
              <a:path w="2868211" h="2868211">
                <a:moveTo>
                  <a:pt x="0" y="0"/>
                </a:moveTo>
                <a:lnTo>
                  <a:pt x="2868211" y="0"/>
                </a:lnTo>
                <a:lnTo>
                  <a:pt x="2868211" y="2868211"/>
                </a:lnTo>
                <a:lnTo>
                  <a:pt x="0" y="2868211"/>
                </a:lnTo>
                <a:lnTo>
                  <a:pt x="0" y="0"/>
                </a:lnTo>
                <a:close/>
              </a:path>
            </a:pathLst>
          </a:custGeom>
          <a:blipFill>
            <a:blip r:embed="rId8"/>
            <a:stretch>
              <a:fillRect/>
            </a:stretch>
          </a:blipFill>
        </p:spPr>
        <p:txBody>
          <a:bodyPr/>
          <a:lstStyle/>
          <a:p>
            <a:endParaRPr lang="en-IN" sz="1200"/>
          </a:p>
        </p:txBody>
      </p:sp>
      <p:sp>
        <p:nvSpPr>
          <p:cNvPr id="12" name="TextBox 12"/>
          <p:cNvSpPr txBox="1"/>
          <p:nvPr/>
        </p:nvSpPr>
        <p:spPr>
          <a:xfrm>
            <a:off x="917461" y="1224296"/>
            <a:ext cx="10607040" cy="384721"/>
          </a:xfrm>
          <a:prstGeom prst="rect">
            <a:avLst/>
          </a:prstGeom>
        </p:spPr>
        <p:txBody>
          <a:bodyPr lIns="0" tIns="0" rIns="0" bIns="0" rtlCol="0" anchor="t">
            <a:spAutoFit/>
          </a:bodyPr>
          <a:lstStyle/>
          <a:p>
            <a:pPr algn="ctr">
              <a:lnSpc>
                <a:spcPts val="3047"/>
              </a:lnSpc>
            </a:pPr>
            <a:r>
              <a:rPr lang="en-US" sz="2821" b="1">
                <a:solidFill>
                  <a:srgbClr val="F2673C"/>
                </a:solidFill>
                <a:latin typeface="Open Sans 2 Bold"/>
                <a:ea typeface="Open Sans 2 Bold"/>
                <a:cs typeface="Open Sans 2 Bold"/>
                <a:sym typeface="Open Sans 2 Bold"/>
              </a:rPr>
              <a:t>Fostering Human Progress through Knowledge</a:t>
            </a:r>
          </a:p>
        </p:txBody>
      </p:sp>
      <p:sp>
        <p:nvSpPr>
          <p:cNvPr id="13" name="TextBox 13"/>
          <p:cNvSpPr txBox="1"/>
          <p:nvPr/>
        </p:nvSpPr>
        <p:spPr>
          <a:xfrm>
            <a:off x="5059230" y="6553000"/>
            <a:ext cx="1509626" cy="128240"/>
          </a:xfrm>
          <a:prstGeom prst="rect">
            <a:avLst/>
          </a:prstGeom>
        </p:spPr>
        <p:txBody>
          <a:bodyPr lIns="0" tIns="0" rIns="0" bIns="0" rtlCol="0" anchor="t">
            <a:spAutoFit/>
          </a:bodyPr>
          <a:lstStyle/>
          <a:p>
            <a:pPr algn="ctr">
              <a:lnSpc>
                <a:spcPts val="1035"/>
              </a:lnSpc>
              <a:spcBef>
                <a:spcPct val="0"/>
              </a:spcBef>
            </a:pPr>
            <a:r>
              <a:rPr lang="en-US" sz="863">
                <a:solidFill>
                  <a:srgbClr val="FFFFFF"/>
                </a:solidFill>
                <a:latin typeface="Open Sans 2"/>
                <a:ea typeface="Open Sans 2"/>
                <a:cs typeface="Open Sans 2"/>
                <a:sym typeface="Open Sans 2"/>
              </a:rPr>
              <a:t>Copyrights @RadhikaSharma </a:t>
            </a:r>
          </a:p>
        </p:txBody>
      </p:sp>
      <p:sp>
        <p:nvSpPr>
          <p:cNvPr id="14" name="TextBox 14"/>
          <p:cNvSpPr txBox="1"/>
          <p:nvPr/>
        </p:nvSpPr>
        <p:spPr>
          <a:xfrm>
            <a:off x="1146731" y="1922581"/>
            <a:ext cx="8302719" cy="282129"/>
          </a:xfrm>
          <a:prstGeom prst="rect">
            <a:avLst/>
          </a:prstGeom>
        </p:spPr>
        <p:txBody>
          <a:bodyPr lIns="0" tIns="0" rIns="0" bIns="0" rtlCol="0" anchor="t">
            <a:spAutoFit/>
          </a:bodyPr>
          <a:lstStyle/>
          <a:p>
            <a:pPr algn="ctr">
              <a:lnSpc>
                <a:spcPts val="2160"/>
              </a:lnSpc>
            </a:pPr>
            <a:r>
              <a:rPr lang="en-US" sz="2000" dirty="0">
                <a:solidFill>
                  <a:srgbClr val="10147E"/>
                </a:solidFill>
                <a:latin typeface="Alata"/>
                <a:ea typeface="Alata"/>
                <a:cs typeface="Alata"/>
                <a:sym typeface="Alata"/>
              </a:rPr>
              <a:t>Advancing research and enriching lives since the 18th century</a:t>
            </a:r>
          </a:p>
        </p:txBody>
      </p:sp>
      <p:sp>
        <p:nvSpPr>
          <p:cNvPr id="15" name="TextBox 15"/>
          <p:cNvSpPr txBox="1"/>
          <p:nvPr/>
        </p:nvSpPr>
        <p:spPr>
          <a:xfrm>
            <a:off x="2074515" y="2544246"/>
            <a:ext cx="8302719" cy="564257"/>
          </a:xfrm>
          <a:prstGeom prst="rect">
            <a:avLst/>
          </a:prstGeom>
        </p:spPr>
        <p:txBody>
          <a:bodyPr lIns="0" tIns="0" rIns="0" bIns="0" rtlCol="0" anchor="t">
            <a:spAutoFit/>
          </a:bodyPr>
          <a:lstStyle/>
          <a:p>
            <a:pPr>
              <a:lnSpc>
                <a:spcPts val="2160"/>
              </a:lnSpc>
            </a:pPr>
            <a:r>
              <a:rPr lang="en-US" sz="2000">
                <a:solidFill>
                  <a:srgbClr val="10147E"/>
                </a:solidFill>
                <a:latin typeface="Alata"/>
                <a:ea typeface="Alata"/>
                <a:cs typeface="Alata"/>
                <a:sym typeface="Alata"/>
              </a:rPr>
              <a:t>Our family of imprints includes Taylor &amp; Francis, Routledge, CRC Press, F1000 Research, and Dovepress</a:t>
            </a:r>
          </a:p>
        </p:txBody>
      </p:sp>
      <p:sp>
        <p:nvSpPr>
          <p:cNvPr id="16" name="TextBox 16"/>
          <p:cNvSpPr txBox="1"/>
          <p:nvPr/>
        </p:nvSpPr>
        <p:spPr>
          <a:xfrm>
            <a:off x="2074515" y="3412859"/>
            <a:ext cx="8302719" cy="564257"/>
          </a:xfrm>
          <a:prstGeom prst="rect">
            <a:avLst/>
          </a:prstGeom>
        </p:spPr>
        <p:txBody>
          <a:bodyPr lIns="0" tIns="0" rIns="0" bIns="0" rtlCol="0" anchor="t">
            <a:spAutoFit/>
          </a:bodyPr>
          <a:lstStyle/>
          <a:p>
            <a:pPr>
              <a:lnSpc>
                <a:spcPts val="2160"/>
              </a:lnSpc>
            </a:pPr>
            <a:r>
              <a:rPr lang="en-US" sz="2000" dirty="0">
                <a:solidFill>
                  <a:srgbClr val="10147E"/>
                </a:solidFill>
                <a:latin typeface="Alata"/>
                <a:ea typeface="Alata"/>
                <a:cs typeface="Alata"/>
                <a:sym typeface="Alata"/>
              </a:rPr>
              <a:t>Serving knowledge makers worldwide with over 180,000 book titles and 2,700+ journals</a:t>
            </a:r>
          </a:p>
        </p:txBody>
      </p:sp>
      <p:sp>
        <p:nvSpPr>
          <p:cNvPr id="17" name="TextBox 17"/>
          <p:cNvSpPr txBox="1"/>
          <p:nvPr/>
        </p:nvSpPr>
        <p:spPr>
          <a:xfrm>
            <a:off x="2074515" y="4981255"/>
            <a:ext cx="8302719" cy="846386"/>
          </a:xfrm>
          <a:prstGeom prst="rect">
            <a:avLst/>
          </a:prstGeom>
        </p:spPr>
        <p:txBody>
          <a:bodyPr lIns="0" tIns="0" rIns="0" bIns="0" rtlCol="0" anchor="t">
            <a:spAutoFit/>
          </a:bodyPr>
          <a:lstStyle/>
          <a:p>
            <a:pPr>
              <a:lnSpc>
                <a:spcPts val="2160"/>
              </a:lnSpc>
            </a:pPr>
            <a:r>
              <a:rPr lang="en-US" sz="2000">
                <a:solidFill>
                  <a:srgbClr val="10147E"/>
                </a:solidFill>
                <a:latin typeface="Alata"/>
                <a:ea typeface="Alata"/>
                <a:cs typeface="Alata"/>
                <a:sym typeface="Alata"/>
              </a:rPr>
              <a:t>Global pioneers of Open Access Publishing, with 330+ open journals, 4,000+ OA books, diverse publishing pathways, and rigorous quality standards</a:t>
            </a:r>
          </a:p>
        </p:txBody>
      </p:sp>
      <p:grpSp>
        <p:nvGrpSpPr>
          <p:cNvPr id="18" name="Group 18"/>
          <p:cNvGrpSpPr/>
          <p:nvPr/>
        </p:nvGrpSpPr>
        <p:grpSpPr>
          <a:xfrm>
            <a:off x="1220208" y="4262460"/>
            <a:ext cx="9157025" cy="363177"/>
            <a:chOff x="0" y="0"/>
            <a:chExt cx="18314051" cy="726353"/>
          </a:xfrm>
        </p:grpSpPr>
        <p:sp>
          <p:nvSpPr>
            <p:cNvPr id="19" name="Freeform 19"/>
            <p:cNvSpPr/>
            <p:nvPr/>
          </p:nvSpPr>
          <p:spPr>
            <a:xfrm>
              <a:off x="0" y="0"/>
              <a:ext cx="925291" cy="726353"/>
            </a:xfrm>
            <a:custGeom>
              <a:avLst/>
              <a:gdLst/>
              <a:ahLst/>
              <a:cxnLst/>
              <a:rect l="l" t="t" r="r" b="b"/>
              <a:pathLst>
                <a:path w="925291" h="726353">
                  <a:moveTo>
                    <a:pt x="0" y="0"/>
                  </a:moveTo>
                  <a:lnTo>
                    <a:pt x="925291" y="0"/>
                  </a:lnTo>
                  <a:lnTo>
                    <a:pt x="925291" y="726353"/>
                  </a:lnTo>
                  <a:lnTo>
                    <a:pt x="0" y="726353"/>
                  </a:lnTo>
                  <a:lnTo>
                    <a:pt x="0" y="0"/>
                  </a:lnTo>
                  <a:close/>
                </a:path>
              </a:pathLst>
            </a:custGeom>
            <a:blipFill>
              <a:blip r:embed="rId3"/>
              <a:stretch>
                <a:fillRect/>
              </a:stretch>
            </a:blipFill>
          </p:spPr>
          <p:txBody>
            <a:bodyPr/>
            <a:lstStyle/>
            <a:p>
              <a:endParaRPr lang="en-IN" sz="1200"/>
            </a:p>
          </p:txBody>
        </p:sp>
        <p:sp>
          <p:nvSpPr>
            <p:cNvPr id="20" name="TextBox 20"/>
            <p:cNvSpPr txBox="1"/>
            <p:nvPr/>
          </p:nvSpPr>
          <p:spPr>
            <a:xfrm>
              <a:off x="1708612" y="147936"/>
              <a:ext cx="16605439" cy="564257"/>
            </a:xfrm>
            <a:prstGeom prst="rect">
              <a:avLst/>
            </a:prstGeom>
          </p:spPr>
          <p:txBody>
            <a:bodyPr lIns="0" tIns="0" rIns="0" bIns="0" rtlCol="0" anchor="t">
              <a:spAutoFit/>
            </a:bodyPr>
            <a:lstStyle/>
            <a:p>
              <a:pPr>
                <a:lnSpc>
                  <a:spcPts val="2160"/>
                </a:lnSpc>
              </a:pPr>
              <a:r>
                <a:rPr lang="en-US" sz="2000">
                  <a:solidFill>
                    <a:srgbClr val="10147E"/>
                  </a:solidFill>
                  <a:latin typeface="Alata"/>
                  <a:ea typeface="Alata"/>
                  <a:cs typeface="Alata"/>
                  <a:sym typeface="Alata"/>
                </a:rPr>
                <a:t>More than 100,000 eBooks available through their digital platforms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950A164-4B86-6A1E-4B0A-F88E419AE46D}"/>
              </a:ext>
            </a:extLst>
          </p:cNvPr>
          <p:cNvSpPr>
            <a:spLocks noGrp="1"/>
          </p:cNvSpPr>
          <p:nvPr>
            <p:ph type="title"/>
          </p:nvPr>
        </p:nvSpPr>
        <p:spPr>
          <a:xfrm>
            <a:off x="1314824" y="735106"/>
            <a:ext cx="10053763" cy="1130270"/>
          </a:xfrm>
        </p:spPr>
        <p:txBody>
          <a:bodyPr vert="horz" lIns="91440" tIns="45720" rIns="91440" bIns="45720" rtlCol="0" anchor="b">
            <a:normAutofit/>
          </a:bodyPr>
          <a:lstStyle/>
          <a:p>
            <a:r>
              <a:rPr lang="en-US" sz="4800" kern="1200" dirty="0">
                <a:solidFill>
                  <a:srgbClr val="FFFFFF"/>
                </a:solidFill>
                <a:latin typeface="+mj-lt"/>
                <a:ea typeface="+mj-ea"/>
                <a:cs typeface="+mj-cs"/>
              </a:rPr>
              <a:t>Books</a:t>
            </a:r>
          </a:p>
        </p:txBody>
      </p:sp>
    </p:spTree>
    <p:extLst>
      <p:ext uri="{BB962C8B-B14F-4D97-AF65-F5344CB8AC3E}">
        <p14:creationId xmlns:p14="http://schemas.microsoft.com/office/powerpoint/2010/main" val="278811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noAutofit/>
          </a:bodyPr>
          <a:lstStyle/>
          <a:p>
            <a:pPr algn="ctr"/>
            <a:r>
              <a:rPr lang="de-DE" sz="2667" b="1" dirty="0">
                <a:solidFill>
                  <a:schemeClr val="tx2"/>
                </a:solidFill>
              </a:rPr>
              <a:t>Need for Publishing a Book</a:t>
            </a:r>
            <a:endParaRPr lang="en-US" sz="2667" b="1" dirty="0">
              <a:solidFill>
                <a:schemeClr val="tx2"/>
              </a:solidFill>
            </a:endParaRPr>
          </a:p>
        </p:txBody>
      </p:sp>
      <p:grpSp>
        <p:nvGrpSpPr>
          <p:cNvPr id="2" name="Group 1"/>
          <p:cNvGrpSpPr/>
          <p:nvPr/>
        </p:nvGrpSpPr>
        <p:grpSpPr>
          <a:xfrm>
            <a:off x="2921001" y="1714501"/>
            <a:ext cx="7605347" cy="4605336"/>
            <a:chOff x="2188210" y="1371600"/>
            <a:chExt cx="5507990" cy="3767455"/>
          </a:xfrm>
        </p:grpSpPr>
        <p:pic>
          <p:nvPicPr>
            <p:cNvPr id="5" name="Picture 4"/>
            <p:cNvPicPr/>
            <p:nvPr/>
          </p:nvPicPr>
          <p:blipFill>
            <a:blip r:embed="rId2"/>
            <a:stretch>
              <a:fillRect/>
            </a:stretch>
          </p:blipFill>
          <p:spPr>
            <a:xfrm>
              <a:off x="2188210" y="1371600"/>
              <a:ext cx="1691640" cy="3736975"/>
            </a:xfrm>
            <a:prstGeom prst="rect">
              <a:avLst/>
            </a:prstGeom>
          </p:spPr>
        </p:pic>
        <p:pic>
          <p:nvPicPr>
            <p:cNvPr id="7" name="Picture 6"/>
            <p:cNvPicPr/>
            <p:nvPr/>
          </p:nvPicPr>
          <p:blipFill>
            <a:blip r:embed="rId3"/>
            <a:stretch>
              <a:fillRect/>
            </a:stretch>
          </p:blipFill>
          <p:spPr>
            <a:xfrm>
              <a:off x="3971290" y="1393190"/>
              <a:ext cx="3724910" cy="466090"/>
            </a:xfrm>
            <a:prstGeom prst="rect">
              <a:avLst/>
            </a:prstGeom>
          </p:spPr>
        </p:pic>
        <p:pic>
          <p:nvPicPr>
            <p:cNvPr id="8" name="Picture 7"/>
            <p:cNvPicPr/>
            <p:nvPr/>
          </p:nvPicPr>
          <p:blipFill>
            <a:blip r:embed="rId4"/>
            <a:stretch>
              <a:fillRect/>
            </a:stretch>
          </p:blipFill>
          <p:spPr>
            <a:xfrm>
              <a:off x="3971290" y="1990725"/>
              <a:ext cx="2252345" cy="3148330"/>
            </a:xfrm>
            <a:prstGeom prst="rect">
              <a:avLst/>
            </a:prstGeom>
          </p:spPr>
        </p:pic>
      </p:grpSp>
      <p:sp>
        <p:nvSpPr>
          <p:cNvPr id="3" name="Rectangle 2">
            <a:extLst>
              <a:ext uri="{FF2B5EF4-FFF2-40B4-BE49-F238E27FC236}">
                <a16:creationId xmlns:a16="http://schemas.microsoft.com/office/drawing/2014/main" id="{15C0255E-2439-C965-2703-1E57FA8A2715}"/>
              </a:ext>
            </a:extLst>
          </p:cNvPr>
          <p:cNvSpPr/>
          <p:nvPr/>
        </p:nvSpPr>
        <p:spPr>
          <a:xfrm>
            <a:off x="1635212" y="6457370"/>
            <a:ext cx="2038865" cy="4006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2003429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E7A9-0EC7-4601-2649-C183DCF15844}"/>
              </a:ext>
            </a:extLst>
          </p:cNvPr>
          <p:cNvSpPr>
            <a:spLocks noGrp="1"/>
          </p:cNvSpPr>
          <p:nvPr>
            <p:ph type="title"/>
          </p:nvPr>
        </p:nvSpPr>
        <p:spPr>
          <a:xfrm>
            <a:off x="2185246" y="630838"/>
            <a:ext cx="8052197" cy="966788"/>
          </a:xfrm>
        </p:spPr>
        <p:txBody>
          <a:bodyPr>
            <a:normAutofit/>
          </a:bodyPr>
          <a:lstStyle/>
          <a:p>
            <a:pPr algn="ctr"/>
            <a:r>
              <a:rPr lang="en-US" sz="2600" b="1" dirty="0">
                <a:solidFill>
                  <a:schemeClr val="tx2"/>
                </a:solidFill>
              </a:rPr>
              <a:t>Benefits of Publishing Book</a:t>
            </a:r>
            <a:endParaRPr lang="hi-IN" sz="2600" b="1" dirty="0">
              <a:solidFill>
                <a:schemeClr val="tx2"/>
              </a:solidFill>
            </a:endParaRPr>
          </a:p>
        </p:txBody>
      </p:sp>
      <p:graphicFrame>
        <p:nvGraphicFramePr>
          <p:cNvPr id="6" name="Content Placeholder 5">
            <a:extLst>
              <a:ext uri="{FF2B5EF4-FFF2-40B4-BE49-F238E27FC236}">
                <a16:creationId xmlns:a16="http://schemas.microsoft.com/office/drawing/2014/main" id="{F741023F-BFBD-D9CC-B3F6-697D69494EF7}"/>
              </a:ext>
            </a:extLst>
          </p:cNvPr>
          <p:cNvGraphicFramePr>
            <a:graphicFrameLocks noGrp="1"/>
          </p:cNvGraphicFramePr>
          <p:nvPr>
            <p:ph idx="1"/>
          </p:nvPr>
        </p:nvGraphicFramePr>
        <p:xfrm>
          <a:off x="2066925" y="1449581"/>
          <a:ext cx="8288841" cy="46724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F87FAED1-8E9D-48BA-A55E-4248CCBA5C93}"/>
              </a:ext>
            </a:extLst>
          </p:cNvPr>
          <p:cNvSpPr>
            <a:spLocks noGrp="1"/>
          </p:cNvSpPr>
          <p:nvPr>
            <p:ph type="sldNum" sz="quarter" idx="12"/>
          </p:nvPr>
        </p:nvSpPr>
        <p:spPr>
          <a:xfrm>
            <a:off x="8073629" y="6457368"/>
            <a:ext cx="2045495" cy="219075"/>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018B5B-3FD1-43B0-9C50-E33EBAC66E22}" type="slidenum">
              <a:rPr lang="en-GB" smtClean="0"/>
              <a:pPr/>
              <a:t>7</a:t>
            </a:fld>
            <a:endParaRPr lang="en-GB"/>
          </a:p>
        </p:txBody>
      </p:sp>
      <p:sp>
        <p:nvSpPr>
          <p:cNvPr id="3" name="Rectangle 2">
            <a:extLst>
              <a:ext uri="{FF2B5EF4-FFF2-40B4-BE49-F238E27FC236}">
                <a16:creationId xmlns:a16="http://schemas.microsoft.com/office/drawing/2014/main" id="{9D7261A8-FDCB-5A43-AB72-0D1CE367CC61}"/>
              </a:ext>
            </a:extLst>
          </p:cNvPr>
          <p:cNvSpPr/>
          <p:nvPr/>
        </p:nvSpPr>
        <p:spPr>
          <a:xfrm>
            <a:off x="1635212" y="6457370"/>
            <a:ext cx="2038865" cy="4006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45736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a:extLst>
              <a:ext uri="{FF2B5EF4-FFF2-40B4-BE49-F238E27FC236}">
                <a16:creationId xmlns:a16="http://schemas.microsoft.com/office/drawing/2014/main" id="{B819329F-2EAD-412F-A9A9-380154A17EA0}"/>
              </a:ext>
            </a:extLst>
          </p:cNvPr>
          <p:cNvSpPr>
            <a:spLocks noGrp="1"/>
          </p:cNvSpPr>
          <p:nvPr>
            <p:ph idx="1"/>
          </p:nvPr>
        </p:nvSpPr>
        <p:spPr>
          <a:xfrm>
            <a:off x="2573338" y="1340768"/>
            <a:ext cx="7045325" cy="4968552"/>
          </a:xfrm>
          <a:solidFill>
            <a:schemeClr val="bg1"/>
          </a:solidFill>
        </p:spPr>
        <p:txBody>
          <a:bodyPr/>
          <a:lstStyle/>
          <a:p>
            <a:r>
              <a:rPr lang="en-AU" altLang="en-US" sz="2000" dirty="0">
                <a:solidFill>
                  <a:schemeClr val="tx2"/>
                </a:solidFill>
              </a:rPr>
              <a:t>What is your book about?</a:t>
            </a:r>
            <a:endParaRPr lang="en-US" sz="2000" kern="0" dirty="0">
              <a:solidFill>
                <a:schemeClr val="tx2"/>
              </a:solidFill>
              <a:ea typeface="+mj-ea"/>
              <a:cs typeface="Calibri" pitchFamily="34" charset="0"/>
            </a:endParaRPr>
          </a:p>
          <a:p>
            <a:r>
              <a:rPr lang="en-AU" altLang="en-US" sz="2000" dirty="0">
                <a:solidFill>
                  <a:schemeClr val="tx2"/>
                </a:solidFill>
              </a:rPr>
              <a:t>Who is your book for?</a:t>
            </a:r>
          </a:p>
          <a:p>
            <a:r>
              <a:rPr lang="en-AU" altLang="en-US" sz="2000" dirty="0">
                <a:solidFill>
                  <a:schemeClr val="tx2"/>
                </a:solidFill>
              </a:rPr>
              <a:t>Why does the audience need it or want it?</a:t>
            </a:r>
          </a:p>
          <a:p>
            <a:r>
              <a:rPr lang="en-US" sz="2000" kern="0" dirty="0">
                <a:solidFill>
                  <a:schemeClr val="tx2"/>
                </a:solidFill>
                <a:ea typeface="+mj-ea"/>
                <a:cs typeface="Calibri" pitchFamily="34" charset="0"/>
              </a:rPr>
              <a:t>What type of book? (Reference, Textbook, Authored, Edited, Professional, Monograph, Handbook)</a:t>
            </a:r>
          </a:p>
          <a:p>
            <a:r>
              <a:rPr lang="en-AU" altLang="en-US" sz="2000" dirty="0">
                <a:solidFill>
                  <a:schemeClr val="tx2"/>
                </a:solidFill>
              </a:rPr>
              <a:t>What will it do better than the competition?</a:t>
            </a:r>
          </a:p>
          <a:p>
            <a:r>
              <a:rPr lang="en-AU" altLang="en-US" sz="2000" dirty="0">
                <a:solidFill>
                  <a:schemeClr val="tx2"/>
                </a:solidFill>
              </a:rPr>
              <a:t>Discuss your book idea with:</a:t>
            </a:r>
          </a:p>
          <a:p>
            <a:pPr lvl="1"/>
            <a:r>
              <a:rPr lang="en-AU" altLang="en-US" sz="2000" dirty="0">
                <a:solidFill>
                  <a:schemeClr val="tx2"/>
                </a:solidFill>
              </a:rPr>
              <a:t>Colleagues</a:t>
            </a:r>
          </a:p>
          <a:p>
            <a:pPr lvl="1"/>
            <a:r>
              <a:rPr lang="en-AU" altLang="en-US" sz="2000" dirty="0">
                <a:solidFill>
                  <a:schemeClr val="tx2"/>
                </a:solidFill>
              </a:rPr>
              <a:t>Authors published in the field and series editors</a:t>
            </a:r>
          </a:p>
          <a:p>
            <a:pPr lvl="1"/>
            <a:r>
              <a:rPr lang="en-AU" altLang="en-US" sz="2000" dirty="0">
                <a:solidFill>
                  <a:schemeClr val="tx2"/>
                </a:solidFill>
              </a:rPr>
              <a:t>A commissioning editor</a:t>
            </a:r>
          </a:p>
          <a:p>
            <a:endParaRPr lang="en-AU" altLang="en-US" sz="2000" dirty="0"/>
          </a:p>
        </p:txBody>
      </p:sp>
      <p:sp>
        <p:nvSpPr>
          <p:cNvPr id="3" name="Title 1">
            <a:extLst>
              <a:ext uri="{FF2B5EF4-FFF2-40B4-BE49-F238E27FC236}">
                <a16:creationId xmlns:a16="http://schemas.microsoft.com/office/drawing/2014/main" id="{3BAEA9C5-B841-6E91-506E-15CB62C1635E}"/>
              </a:ext>
            </a:extLst>
          </p:cNvPr>
          <p:cNvSpPr txBox="1">
            <a:spLocks/>
          </p:cNvSpPr>
          <p:nvPr/>
        </p:nvSpPr>
        <p:spPr>
          <a:xfrm>
            <a:off x="2207568" y="404665"/>
            <a:ext cx="5616624" cy="641271"/>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AU" altLang="en-US" dirty="0">
                <a:latin typeface="+mj-lt"/>
              </a:rPr>
              <a:t>Developing your idea</a:t>
            </a:r>
            <a:endParaRPr lang="en-US" dirty="0">
              <a:latin typeface="+mj-lt"/>
              <a:ea typeface="Segoe UI Emoji" panose="020B0502040204020203" pitchFamily="34" charset="0"/>
            </a:endParaRPr>
          </a:p>
        </p:txBody>
      </p:sp>
    </p:spTree>
    <p:extLst>
      <p:ext uri="{BB962C8B-B14F-4D97-AF65-F5344CB8AC3E}">
        <p14:creationId xmlns:p14="http://schemas.microsoft.com/office/powerpoint/2010/main" val="300335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703512" y="116632"/>
            <a:ext cx="7092280" cy="1224136"/>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US" dirty="0">
                <a:latin typeface="Segoe UI Emoji" panose="020B0502040204020203" pitchFamily="34" charset="0"/>
                <a:ea typeface="Segoe UI Emoji" panose="020B0502040204020203" pitchFamily="34" charset="0"/>
              </a:rPr>
              <a:t>How to start</a:t>
            </a:r>
          </a:p>
        </p:txBody>
      </p:sp>
      <p:sp>
        <p:nvSpPr>
          <p:cNvPr id="2" name="TextBox 1"/>
          <p:cNvSpPr txBox="1"/>
          <p:nvPr/>
        </p:nvSpPr>
        <p:spPr>
          <a:xfrm>
            <a:off x="201287" y="1699915"/>
            <a:ext cx="11589745" cy="3662541"/>
          </a:xfrm>
          <a:prstGeom prst="rect">
            <a:avLst/>
          </a:prstGeom>
          <a:noFill/>
        </p:spPr>
        <p:txBody>
          <a:bodyPr wrap="square" rtlCol="0">
            <a:spAutoFit/>
          </a:bodyPr>
          <a:lstStyle/>
          <a:p>
            <a:endParaRPr lang="en-US" sz="1600"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Why have you decided to write a book? What type of book you wish to write? Reference, Textbook, Authored, Edited, Professional, Monograph, Handbook</a:t>
            </a:r>
          </a:p>
          <a:p>
            <a:pPr marL="285750" indent="-285750">
              <a:buFont typeface="Arial" panose="020B0604020202020204" pitchFamily="34" charset="0"/>
              <a:buChar char="•"/>
            </a:pPr>
            <a:endParaRPr lang="en-US"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Consider the TABLE of CONTENTS/KEYWORD technique</a:t>
            </a:r>
          </a:p>
          <a:p>
            <a:pPr marL="285750" indent="-285750">
              <a:buFont typeface="Arial" panose="020B0604020202020204" pitchFamily="34" charset="0"/>
              <a:buChar char="•"/>
            </a:pPr>
            <a:endParaRPr lang="en-US"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Choose a TITLE</a:t>
            </a:r>
          </a:p>
          <a:p>
            <a:pPr marL="285750" indent="-285750">
              <a:buFont typeface="Arial" panose="020B0604020202020204" pitchFamily="34" charset="0"/>
              <a:buChar char="•"/>
            </a:pPr>
            <a:endParaRPr lang="en-US"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Consider your market: Competition</a:t>
            </a:r>
          </a:p>
          <a:p>
            <a:pPr marL="285750" indent="-285750">
              <a:buFont typeface="Arial" panose="020B0604020202020204" pitchFamily="34" charset="0"/>
              <a:buChar char="•"/>
            </a:pPr>
            <a:endParaRPr lang="en-US"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Set a DEADLINE</a:t>
            </a:r>
          </a:p>
          <a:p>
            <a:pPr marL="285750" indent="-285750">
              <a:buFont typeface="Arial" panose="020B0604020202020204" pitchFamily="34" charset="0"/>
              <a:buChar char="•"/>
            </a:pPr>
            <a:endParaRPr lang="en-US" kern="0" dirty="0">
              <a:solidFill>
                <a:srgbClr val="000066"/>
              </a:solidFill>
              <a:ea typeface="+mj-ea"/>
              <a:cs typeface="Calibri" pitchFamily="34" charset="0"/>
            </a:endParaRPr>
          </a:p>
          <a:p>
            <a:pPr marL="285750" indent="-285750">
              <a:buFont typeface="Arial" panose="020B0604020202020204" pitchFamily="34" charset="0"/>
              <a:buChar char="•"/>
            </a:pPr>
            <a:r>
              <a:rPr lang="en-US" kern="0" dirty="0">
                <a:solidFill>
                  <a:srgbClr val="000066"/>
                </a:solidFill>
                <a:ea typeface="+mj-ea"/>
                <a:cs typeface="Calibri" pitchFamily="34" charset="0"/>
              </a:rPr>
              <a:t>Number of PAGES : Less is More!</a:t>
            </a:r>
          </a:p>
        </p:txBody>
      </p:sp>
      <p:sp>
        <p:nvSpPr>
          <p:cNvPr id="5" name="TextBox 4">
            <a:extLst>
              <a:ext uri="{FF2B5EF4-FFF2-40B4-BE49-F238E27FC236}">
                <a16:creationId xmlns:a16="http://schemas.microsoft.com/office/drawing/2014/main" id="{B881F3A2-A81A-4A8C-A033-820C3A82D438}"/>
              </a:ext>
            </a:extLst>
          </p:cNvPr>
          <p:cNvSpPr txBox="1"/>
          <p:nvPr/>
        </p:nvSpPr>
        <p:spPr>
          <a:xfrm>
            <a:off x="3647728" y="5721604"/>
            <a:ext cx="5472608" cy="461665"/>
          </a:xfrm>
          <a:prstGeom prst="rect">
            <a:avLst/>
          </a:prstGeom>
          <a:noFill/>
        </p:spPr>
        <p:txBody>
          <a:bodyPr wrap="square">
            <a:spAutoFit/>
          </a:bodyPr>
          <a:lstStyle/>
          <a:p>
            <a:pPr algn="ctr"/>
            <a:r>
              <a:rPr lang="en-US" sz="2400" kern="0" dirty="0">
                <a:solidFill>
                  <a:srgbClr val="000066"/>
                </a:solidFill>
                <a:ea typeface="+mj-ea"/>
                <a:cs typeface="Calibri" pitchFamily="34" charset="0"/>
              </a:rPr>
              <a:t>Essentially, This is your book proposal…</a:t>
            </a:r>
          </a:p>
        </p:txBody>
      </p:sp>
    </p:spTree>
    <p:extLst>
      <p:ext uri="{BB962C8B-B14F-4D97-AF65-F5344CB8AC3E}">
        <p14:creationId xmlns:p14="http://schemas.microsoft.com/office/powerpoint/2010/main" val="215763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9E3BD6D-285A-4338-B116-4D929EDDFA8E}"/>
              </a:ext>
            </a:extLst>
          </p:cNvPr>
          <p:cNvSpPr txBox="1">
            <a:spLocks/>
          </p:cNvSpPr>
          <p:nvPr/>
        </p:nvSpPr>
        <p:spPr>
          <a:xfrm>
            <a:off x="2338289" y="260648"/>
            <a:ext cx="6984776" cy="1072578"/>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US" dirty="0">
                <a:latin typeface="+mj-lt"/>
                <a:ea typeface="Segoe UI Emoji" panose="020B0502040204020203" pitchFamily="34" charset="0"/>
              </a:rPr>
              <a:t>Tips for writing a strong book proposal</a:t>
            </a:r>
          </a:p>
        </p:txBody>
      </p:sp>
      <p:sp>
        <p:nvSpPr>
          <p:cNvPr id="6" name="TextBox 5">
            <a:extLst>
              <a:ext uri="{FF2B5EF4-FFF2-40B4-BE49-F238E27FC236}">
                <a16:creationId xmlns:a16="http://schemas.microsoft.com/office/drawing/2014/main" id="{889459B2-DBE0-41AB-BD8C-AA4944DA825F}"/>
              </a:ext>
            </a:extLst>
          </p:cNvPr>
          <p:cNvSpPr txBox="1"/>
          <p:nvPr/>
        </p:nvSpPr>
        <p:spPr>
          <a:xfrm>
            <a:off x="2495600" y="1484785"/>
            <a:ext cx="7632848" cy="4708981"/>
          </a:xfrm>
          <a:prstGeom prst="rect">
            <a:avLst/>
          </a:prstGeom>
          <a:noFill/>
        </p:spPr>
        <p:txBody>
          <a:bodyPr wrap="square" rtlCol="0">
            <a:spAutoFit/>
          </a:bodyPr>
          <a:lstStyle/>
          <a:p>
            <a:pPr algn="just"/>
            <a:r>
              <a:rPr lang="en-GB" sz="2000" dirty="0">
                <a:solidFill>
                  <a:schemeClr val="tx2"/>
                </a:solidFill>
              </a:rPr>
              <a:t>Title - Use a clear title</a:t>
            </a:r>
          </a:p>
          <a:p>
            <a:pPr algn="just"/>
            <a:endParaRPr lang="en-GB" sz="3000" dirty="0">
              <a:solidFill>
                <a:schemeClr val="tx2"/>
              </a:solidFill>
            </a:endParaRPr>
          </a:p>
          <a:p>
            <a:pPr algn="just"/>
            <a:r>
              <a:rPr lang="en-GB" sz="2000" dirty="0">
                <a:solidFill>
                  <a:schemeClr val="tx2"/>
                </a:solidFill>
              </a:rPr>
              <a:t>Market Need – Justify the need of the book</a:t>
            </a:r>
          </a:p>
          <a:p>
            <a:pPr algn="just"/>
            <a:endParaRPr lang="en-GB" sz="3000" dirty="0">
              <a:solidFill>
                <a:schemeClr val="tx2"/>
              </a:solidFill>
            </a:endParaRPr>
          </a:p>
          <a:p>
            <a:pPr algn="just"/>
            <a:r>
              <a:rPr lang="en-IN" sz="2000" dirty="0">
                <a:solidFill>
                  <a:schemeClr val="tx2"/>
                </a:solidFill>
              </a:rPr>
              <a:t>Audience – Include a brief description of your target readership</a:t>
            </a:r>
          </a:p>
          <a:p>
            <a:pPr algn="just"/>
            <a:endParaRPr lang="en-GB" sz="3000" dirty="0">
              <a:solidFill>
                <a:schemeClr val="tx2"/>
              </a:solidFill>
            </a:endParaRPr>
          </a:p>
          <a:p>
            <a:pPr algn="just"/>
            <a:r>
              <a:rPr lang="en-IN" sz="2000" dirty="0">
                <a:solidFill>
                  <a:schemeClr val="tx2"/>
                </a:solidFill>
              </a:rPr>
              <a:t>Table of Contents</a:t>
            </a:r>
            <a:r>
              <a:rPr lang="en-GB" sz="2000" dirty="0">
                <a:solidFill>
                  <a:schemeClr val="tx2"/>
                </a:solidFill>
              </a:rPr>
              <a:t> &amp; Key Features - </a:t>
            </a:r>
            <a:r>
              <a:rPr lang="en-IN" sz="2000" dirty="0">
                <a:solidFill>
                  <a:schemeClr val="tx2"/>
                </a:solidFill>
              </a:rPr>
              <a:t>Include a detailed table of contents with chapter descriptions or abstracts to show how you will set out the content</a:t>
            </a:r>
          </a:p>
          <a:p>
            <a:pPr algn="just"/>
            <a:endParaRPr lang="en-GB" sz="3000" dirty="0">
              <a:solidFill>
                <a:schemeClr val="tx2"/>
              </a:solidFill>
            </a:endParaRPr>
          </a:p>
          <a:p>
            <a:pPr algn="just"/>
            <a:r>
              <a:rPr lang="en-GB" sz="2000" dirty="0">
                <a:solidFill>
                  <a:schemeClr val="tx2"/>
                </a:solidFill>
              </a:rPr>
              <a:t>Competition - </a:t>
            </a:r>
            <a:r>
              <a:rPr lang="en-IN" sz="2000" dirty="0">
                <a:solidFill>
                  <a:schemeClr val="tx2"/>
                </a:solidFill>
              </a:rPr>
              <a:t>Give a brief analysis of some of the most closely related books to your proposed book. How will your book add to existing literature?</a:t>
            </a:r>
            <a:endParaRPr lang="en-GB" sz="2000" dirty="0">
              <a:solidFill>
                <a:schemeClr val="tx2"/>
              </a:solidFill>
            </a:endParaRPr>
          </a:p>
        </p:txBody>
      </p:sp>
    </p:spTree>
    <p:extLst>
      <p:ext uri="{BB962C8B-B14F-4D97-AF65-F5344CB8AC3E}">
        <p14:creationId xmlns:p14="http://schemas.microsoft.com/office/powerpoint/2010/main" val="395968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1000"/>
                                        <p:tgtEl>
                                          <p:spTgt spid="6">
                                            <p:txEl>
                                              <p:pRg st="4" end="4"/>
                                            </p:txEl>
                                          </p:spTgt>
                                        </p:tgtEl>
                                      </p:cBhvr>
                                    </p:animEffect>
                                    <p:anim calcmode="lin" valueType="num">
                                      <p:cBhvr>
                                        <p:cTn id="2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1000"/>
                                        <p:tgtEl>
                                          <p:spTgt spid="6">
                                            <p:txEl>
                                              <p:pRg st="6" end="6"/>
                                            </p:txEl>
                                          </p:spTgt>
                                        </p:tgtEl>
                                      </p:cBhvr>
                                    </p:animEffect>
                                    <p:anim calcmode="lin" valueType="num">
                                      <p:cBhvr>
                                        <p:cTn id="2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1000"/>
                                        <p:tgtEl>
                                          <p:spTgt spid="6">
                                            <p:txEl>
                                              <p:pRg st="8" end="8"/>
                                            </p:txEl>
                                          </p:spTgt>
                                        </p:tgtEl>
                                      </p:cBhvr>
                                    </p:animEffect>
                                    <p:anim calcmode="lin" valueType="num">
                                      <p:cBhvr>
                                        <p:cTn id="3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33"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35" name="Rectangle 1034">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1026" name="Picture 2" descr="Author Directions: How to write a successful book proposal">
            <a:extLst>
              <a:ext uri="{FF2B5EF4-FFF2-40B4-BE49-F238E27FC236}">
                <a16:creationId xmlns:a16="http://schemas.microsoft.com/office/drawing/2014/main" id="{43A9FFC7-88D9-4E71-FCA4-9D5E247E24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88628" y="1132764"/>
            <a:ext cx="3321045" cy="4413350"/>
          </a:xfrm>
          <a:prstGeom prst="rect">
            <a:avLst/>
          </a:prstGeom>
          <a:noFill/>
          <a:extLst>
            <a:ext uri="{909E8E84-426E-40DD-AFC4-6F175D3DCCD1}">
              <a14:hiddenFill xmlns:a14="http://schemas.microsoft.com/office/drawing/2010/main">
                <a:solidFill>
                  <a:srgbClr val="FFFFFF"/>
                </a:solidFill>
              </a14:hiddenFill>
            </a:ext>
          </a:extLst>
        </p:spPr>
      </p:pic>
      <p:cxnSp>
        <p:nvCxnSpPr>
          <p:cNvPr id="1037" name="Straight Connector 1036">
            <a:extLst>
              <a:ext uri="{FF2B5EF4-FFF2-40B4-BE49-F238E27FC236}">
                <a16:creationId xmlns:a16="http://schemas.microsoft.com/office/drawing/2014/main" id="{02E9B2EE-76CA-47F3-9977-3F2FCB7FD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739239"/>
            <a:ext cx="0" cy="32004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descr="A qr code on a white background&#10;&#10;AI-generated content may be incorrect.">
            <a:extLst>
              <a:ext uri="{FF2B5EF4-FFF2-40B4-BE49-F238E27FC236}">
                <a16:creationId xmlns:a16="http://schemas.microsoft.com/office/drawing/2014/main" id="{9246CCEA-B0E6-2423-367B-D9696C533B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1867" y="1119335"/>
            <a:ext cx="3430059" cy="4440208"/>
          </a:xfrm>
          <a:prstGeom prst="rect">
            <a:avLst/>
          </a:prstGeom>
        </p:spPr>
      </p:pic>
    </p:spTree>
    <p:extLst>
      <p:ext uri="{BB962C8B-B14F-4D97-AF65-F5344CB8AC3E}">
        <p14:creationId xmlns:p14="http://schemas.microsoft.com/office/powerpoint/2010/main" val="1622656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808638" y="386930"/>
            <a:ext cx="9236700" cy="118895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lgn="l">
              <a:lnSpc>
                <a:spcPct val="90000"/>
              </a:lnSpc>
              <a:spcAft>
                <a:spcPct val="25000"/>
              </a:spcAft>
            </a:pPr>
            <a:r>
              <a:rPr lang="en-US" sz="5400" kern="1200">
                <a:solidFill>
                  <a:schemeClr val="tx1"/>
                </a:solidFill>
                <a:latin typeface="+mj-lt"/>
                <a:ea typeface="+mj-ea"/>
                <a:cs typeface="+mj-cs"/>
              </a:rPr>
              <a:t>The Review Process</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B31BC83-B899-4635-9B99-C30D7E6EC82E}"/>
              </a:ext>
            </a:extLst>
          </p:cNvPr>
          <p:cNvSpPr txBox="1"/>
          <p:nvPr/>
        </p:nvSpPr>
        <p:spPr>
          <a:xfrm>
            <a:off x="793660" y="2599509"/>
            <a:ext cx="10143668" cy="3435531"/>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Single-blind review: where the reviewer's name is hidden from the author. </a:t>
            </a:r>
          </a:p>
          <a:p>
            <a:pPr marL="285750"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How many reviews are necessary?</a:t>
            </a:r>
          </a:p>
          <a:p>
            <a:pPr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What is the timeline for the reviews?</a:t>
            </a:r>
          </a:p>
          <a:p>
            <a:pPr marL="285750"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Must I incorporate reviewers’ suggestions I don’t agree with?</a:t>
            </a:r>
          </a:p>
          <a:p>
            <a:pPr marL="285750"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Why do proposals get rejected? Can a bad review hurt my chances of getting this book published?</a:t>
            </a:r>
          </a:p>
          <a:p>
            <a:pPr marL="285750" indent="-228600">
              <a:lnSpc>
                <a:spcPct val="90000"/>
              </a:lnSpc>
              <a:spcAft>
                <a:spcPts val="600"/>
              </a:spcAft>
              <a:buFont typeface="Arial" panose="020B0604020202020204" pitchFamily="34" charset="0"/>
              <a:buChar char="•"/>
            </a:pPr>
            <a:endParaRPr lang="en-US" sz="1500" dirty="0"/>
          </a:p>
          <a:p>
            <a:pPr marL="285750" indent="-228600">
              <a:lnSpc>
                <a:spcPct val="90000"/>
              </a:lnSpc>
              <a:spcAft>
                <a:spcPts val="600"/>
              </a:spcAft>
              <a:buFont typeface="Arial" panose="020B0604020202020204" pitchFamily="34" charset="0"/>
              <a:buChar char="•"/>
            </a:pPr>
            <a:r>
              <a:rPr lang="en-US" sz="1500" dirty="0"/>
              <a:t>What are you expected to do when you get reviews?</a:t>
            </a:r>
          </a:p>
        </p:txBody>
      </p:sp>
    </p:spTree>
    <p:extLst>
      <p:ext uri="{BB962C8B-B14F-4D97-AF65-F5344CB8AC3E}">
        <p14:creationId xmlns:p14="http://schemas.microsoft.com/office/powerpoint/2010/main" val="2154013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lgn="l">
              <a:lnSpc>
                <a:spcPct val="90000"/>
              </a:lnSpc>
              <a:spcAft>
                <a:spcPct val="25000"/>
              </a:spcAft>
            </a:pPr>
            <a:r>
              <a:rPr lang="en-US" sz="4800" kern="1200">
                <a:solidFill>
                  <a:schemeClr val="tx1"/>
                </a:solidFill>
                <a:latin typeface="+mj-lt"/>
                <a:ea typeface="+mj-ea"/>
                <a:cs typeface="+mj-cs"/>
              </a:rPr>
              <a:t>The Writing Phase…..</a:t>
            </a:r>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93661" y="2599509"/>
            <a:ext cx="4530898" cy="3639450"/>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900"/>
              <a:t>How much time a publisher allows author to write a book?</a:t>
            </a:r>
          </a:p>
          <a:p>
            <a:pPr indent="-228600">
              <a:lnSpc>
                <a:spcPct val="90000"/>
              </a:lnSpc>
              <a:spcAft>
                <a:spcPts val="600"/>
              </a:spcAft>
              <a:buFont typeface="Arial" panose="020B0604020202020204" pitchFamily="34" charset="0"/>
              <a:buChar char="•"/>
            </a:pPr>
            <a:endParaRPr lang="en-US" sz="1900"/>
          </a:p>
          <a:p>
            <a:pPr marL="285750" indent="-228600">
              <a:lnSpc>
                <a:spcPct val="90000"/>
              </a:lnSpc>
              <a:spcAft>
                <a:spcPts val="600"/>
              </a:spcAft>
              <a:buFont typeface="Arial" panose="020B0604020202020204" pitchFamily="34" charset="0"/>
              <a:buChar char="•"/>
            </a:pPr>
            <a:r>
              <a:rPr lang="en-US" sz="1900"/>
              <a:t>Sample Chapters</a:t>
            </a:r>
            <a:br>
              <a:rPr lang="en-US" sz="1900"/>
            </a:br>
            <a:endParaRPr lang="en-US" sz="1900"/>
          </a:p>
          <a:p>
            <a:pPr marL="285750" indent="-228600">
              <a:lnSpc>
                <a:spcPct val="90000"/>
              </a:lnSpc>
              <a:spcAft>
                <a:spcPts val="600"/>
              </a:spcAft>
              <a:buFont typeface="Arial" panose="020B0604020202020204" pitchFamily="34" charset="0"/>
              <a:buChar char="•"/>
            </a:pPr>
            <a:r>
              <a:rPr lang="en-US" sz="1900"/>
              <a:t>Understanding the author guidelines</a:t>
            </a:r>
            <a:br>
              <a:rPr lang="en-US" sz="1900"/>
            </a:br>
            <a:endParaRPr lang="en-US" sz="1900"/>
          </a:p>
          <a:p>
            <a:pPr marL="285750" indent="-228600">
              <a:lnSpc>
                <a:spcPct val="90000"/>
              </a:lnSpc>
              <a:spcAft>
                <a:spcPts val="600"/>
              </a:spcAft>
              <a:buFont typeface="Arial" panose="020B0604020202020204" pitchFamily="34" charset="0"/>
              <a:buChar char="•"/>
            </a:pPr>
            <a:r>
              <a:rPr lang="en-US" sz="1900"/>
              <a:t>Asking Questions/Be in touch with publisher</a:t>
            </a:r>
            <a:br>
              <a:rPr lang="en-US" sz="1900"/>
            </a:br>
            <a:endParaRPr lang="en-US" sz="1900"/>
          </a:p>
          <a:p>
            <a:pPr marL="285750" indent="-228600">
              <a:lnSpc>
                <a:spcPct val="90000"/>
              </a:lnSpc>
              <a:spcAft>
                <a:spcPts val="600"/>
              </a:spcAft>
              <a:buFont typeface="Arial" panose="020B0604020202020204" pitchFamily="34" charset="0"/>
              <a:buChar char="•"/>
            </a:pPr>
            <a:r>
              <a:rPr lang="en-US" sz="1900"/>
              <a:t>Manuscript Submission</a:t>
            </a:r>
            <a:br>
              <a:rPr lang="en-US" sz="1900"/>
            </a:br>
            <a:endParaRPr lang="en-US" sz="1900"/>
          </a:p>
        </p:txBody>
      </p:sp>
      <p:pic>
        <p:nvPicPr>
          <p:cNvPr id="5" name="Picture 4"/>
          <p:cNvPicPr>
            <a:picLocks noChangeAspect="1"/>
          </p:cNvPicPr>
          <p:nvPr/>
        </p:nvPicPr>
        <p:blipFill rotWithShape="1">
          <a:blip r:embed="rId2"/>
          <a:srcRect l="16925" t="12201" r="52756" b="48600"/>
          <a:stretch/>
        </p:blipFill>
        <p:spPr>
          <a:xfrm>
            <a:off x="5933039" y="2484255"/>
            <a:ext cx="5107262" cy="3714244"/>
          </a:xfrm>
          <a:prstGeom prst="rect">
            <a:avLst/>
          </a:prstGeom>
        </p:spPr>
      </p:pic>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161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lgn="l">
              <a:lnSpc>
                <a:spcPct val="90000"/>
              </a:lnSpc>
              <a:spcAft>
                <a:spcPct val="25000"/>
              </a:spcAft>
            </a:pPr>
            <a:r>
              <a:rPr lang="en-US" sz="4800">
                <a:solidFill>
                  <a:schemeClr val="tx1"/>
                </a:solidFill>
                <a:latin typeface="+mj-lt"/>
              </a:rPr>
              <a:t>After you submit the manuscript…..</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93661" y="2599509"/>
            <a:ext cx="4530898" cy="3639450"/>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300"/>
              <a:t>Pre-Production Review</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Handover to Production/Project Editor</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Typesetting/Copyediting</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Proofs</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Cover Designing</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Off to Printer</a:t>
            </a:r>
          </a:p>
          <a:p>
            <a:pPr marL="285750" indent="-228600">
              <a:lnSpc>
                <a:spcPct val="90000"/>
              </a:lnSpc>
              <a:spcAft>
                <a:spcPts val="600"/>
              </a:spcAft>
              <a:buFont typeface="Arial" panose="020B0604020202020204" pitchFamily="34" charset="0"/>
              <a:buChar char="•"/>
            </a:pPr>
            <a:endParaRPr lang="en-US" sz="1300"/>
          </a:p>
          <a:p>
            <a:pPr marL="285750" indent="-228600">
              <a:lnSpc>
                <a:spcPct val="90000"/>
              </a:lnSpc>
              <a:spcAft>
                <a:spcPts val="600"/>
              </a:spcAft>
              <a:buFont typeface="Arial" panose="020B0604020202020204" pitchFamily="34" charset="0"/>
              <a:buChar char="•"/>
            </a:pPr>
            <a:r>
              <a:rPr lang="en-US" sz="1300"/>
              <a:t>Book Releases Worldwide</a:t>
            </a:r>
            <a:br>
              <a:rPr lang="en-US" sz="1300"/>
            </a:br>
            <a:endParaRPr lang="en-US" sz="1300"/>
          </a:p>
        </p:txBody>
      </p:sp>
      <p:pic>
        <p:nvPicPr>
          <p:cNvPr id="4" name="Picture 2" descr="School, Pen, Great, Pointed, Write, Pencil, Wood">
            <a:extLst>
              <a:ext uri="{FF2B5EF4-FFF2-40B4-BE49-F238E27FC236}">
                <a16:creationId xmlns:a16="http://schemas.microsoft.com/office/drawing/2014/main" id="{BD091F37-62CE-A2A4-9E69-0772CF3D11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36"/>
          <a:stretch>
            <a:fillRect/>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8061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808638" y="386930"/>
            <a:ext cx="9236700" cy="118895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lgn="l">
              <a:lnSpc>
                <a:spcPct val="90000"/>
              </a:lnSpc>
              <a:spcAft>
                <a:spcPct val="25000"/>
              </a:spcAft>
            </a:pPr>
            <a:r>
              <a:rPr lang="en-US" sz="3800" kern="1200">
                <a:solidFill>
                  <a:schemeClr val="tx1"/>
                </a:solidFill>
                <a:latin typeface="+mj-lt"/>
                <a:ea typeface="+mj-ea"/>
                <a:cs typeface="+mj-cs"/>
              </a:rPr>
              <a:t>What do prospective authors need to know?</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7" name="Rectangle 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08638" y="2389218"/>
            <a:ext cx="10143668" cy="3435531"/>
          </a:xfrm>
          <a:prstGeom prst="rect">
            <a:avLst/>
          </a:prstGeom>
        </p:spPr>
        <p:txBody>
          <a:bodyPr vert="horz" lIns="91440" tIns="45720" rIns="91440" bIns="45720" rtlCol="0" anchor="ctr">
            <a:normAutofit lnSpcReduction="10000"/>
          </a:bodyPr>
          <a:lstStyle/>
          <a:p>
            <a:pPr marL="285750" indent="-228600">
              <a:lnSpc>
                <a:spcPct val="90000"/>
              </a:lnSpc>
              <a:spcAft>
                <a:spcPts val="600"/>
              </a:spcAft>
              <a:buFont typeface="Arial" panose="020B0604020202020204" pitchFamily="34" charset="0"/>
              <a:buChar char="•"/>
            </a:pPr>
            <a:r>
              <a:rPr lang="en-US" sz="2200" dirty="0"/>
              <a:t>Compliance with DHET Requirements/MS Review/Timelines</a:t>
            </a:r>
          </a:p>
          <a:p>
            <a:pPr marL="285750" indent="-228600">
              <a:lnSpc>
                <a:spcPct val="90000"/>
              </a:lnSpc>
              <a:spcAft>
                <a:spcPts val="600"/>
              </a:spcAft>
              <a:buFont typeface="Arial" panose="020B0604020202020204" pitchFamily="34" charset="0"/>
              <a:buChar char="•"/>
            </a:pPr>
            <a:r>
              <a:rPr lang="en-US" sz="2200" dirty="0"/>
              <a:t>Royalties </a:t>
            </a:r>
          </a:p>
          <a:p>
            <a:pPr marL="285750" indent="-228600">
              <a:lnSpc>
                <a:spcPct val="90000"/>
              </a:lnSpc>
              <a:spcAft>
                <a:spcPts val="600"/>
              </a:spcAft>
              <a:buFont typeface="Arial" panose="020B0604020202020204" pitchFamily="34" charset="0"/>
              <a:buChar char="•"/>
            </a:pPr>
            <a:r>
              <a:rPr lang="en-US" sz="2200" dirty="0"/>
              <a:t>Copyright Permissions</a:t>
            </a:r>
          </a:p>
          <a:p>
            <a:pPr marL="285750" indent="-228600">
              <a:lnSpc>
                <a:spcPct val="90000"/>
              </a:lnSpc>
              <a:spcAft>
                <a:spcPts val="600"/>
              </a:spcAft>
              <a:buFont typeface="Arial" panose="020B0604020202020204" pitchFamily="34" charset="0"/>
              <a:buChar char="•"/>
            </a:pPr>
            <a:r>
              <a:rPr lang="en-US" sz="2200" dirty="0"/>
              <a:t>Complimentary copies</a:t>
            </a:r>
          </a:p>
          <a:p>
            <a:pPr marL="285750" indent="-228600">
              <a:lnSpc>
                <a:spcPct val="90000"/>
              </a:lnSpc>
              <a:spcAft>
                <a:spcPts val="600"/>
              </a:spcAft>
              <a:buFont typeface="Arial" panose="020B0604020202020204" pitchFamily="34" charset="0"/>
              <a:buChar char="•"/>
            </a:pPr>
            <a:r>
              <a:rPr lang="en-US" sz="2200" dirty="0"/>
              <a:t>TIMELINES/DEADLINES</a:t>
            </a:r>
          </a:p>
          <a:p>
            <a:pPr marL="285750" indent="-228600">
              <a:lnSpc>
                <a:spcPct val="90000"/>
              </a:lnSpc>
              <a:spcAft>
                <a:spcPts val="600"/>
              </a:spcAft>
              <a:buFont typeface="Arial" panose="020B0604020202020204" pitchFamily="34" charset="0"/>
              <a:buChar char="•"/>
            </a:pPr>
            <a:r>
              <a:rPr lang="en-US" sz="2200" dirty="0"/>
              <a:t>Chapter Abstracts</a:t>
            </a:r>
          </a:p>
          <a:p>
            <a:pPr marL="285750" indent="-228600">
              <a:lnSpc>
                <a:spcPct val="90000"/>
              </a:lnSpc>
              <a:spcAft>
                <a:spcPts val="600"/>
              </a:spcAft>
              <a:buFont typeface="Arial" panose="020B0604020202020204" pitchFamily="34" charset="0"/>
              <a:buChar char="•"/>
            </a:pPr>
            <a:r>
              <a:rPr lang="en-US" sz="2200" dirty="0"/>
              <a:t>Indexing (SCOPUS/WoS/Google)</a:t>
            </a:r>
          </a:p>
          <a:p>
            <a:pPr marL="285750" indent="-228600">
              <a:lnSpc>
                <a:spcPct val="90000"/>
              </a:lnSpc>
              <a:spcAft>
                <a:spcPts val="600"/>
              </a:spcAft>
              <a:buFont typeface="Arial" panose="020B0604020202020204" pitchFamily="34" charset="0"/>
              <a:buChar char="•"/>
            </a:pPr>
            <a:r>
              <a:rPr lang="en-US" sz="2200" dirty="0"/>
              <a:t>Flexibility</a:t>
            </a:r>
          </a:p>
          <a:p>
            <a:pPr marL="285750" indent="-228600">
              <a:lnSpc>
                <a:spcPct val="90000"/>
              </a:lnSpc>
              <a:spcAft>
                <a:spcPts val="600"/>
              </a:spcAft>
              <a:buFont typeface="Arial" panose="020B0604020202020204" pitchFamily="34" charset="0"/>
              <a:buChar char="•"/>
            </a:pPr>
            <a:r>
              <a:rPr lang="en-US" sz="2200" dirty="0"/>
              <a:t>Role of EDITOR in a Contributed Book</a:t>
            </a:r>
          </a:p>
          <a:p>
            <a:pPr marL="285750" indent="-228600">
              <a:lnSpc>
                <a:spcPct val="90000"/>
              </a:lnSpc>
              <a:spcAft>
                <a:spcPts val="600"/>
              </a:spcAft>
              <a:buFont typeface="Arial" panose="020B0604020202020204" pitchFamily="34" charset="0"/>
              <a:buChar char="•"/>
            </a:pPr>
            <a:endParaRPr lang="en-US" sz="800" dirty="0"/>
          </a:p>
        </p:txBody>
      </p:sp>
    </p:spTree>
    <p:extLst>
      <p:ext uri="{BB962C8B-B14F-4D97-AF65-F5344CB8AC3E}">
        <p14:creationId xmlns:p14="http://schemas.microsoft.com/office/powerpoint/2010/main" val="3786666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D6E902-2E61-4D08-9FA5-6579EBD10B03}"/>
              </a:ext>
            </a:extLst>
          </p:cNvPr>
          <p:cNvSpPr txBox="1"/>
          <p:nvPr/>
        </p:nvSpPr>
        <p:spPr>
          <a:xfrm>
            <a:off x="2508399" y="1484785"/>
            <a:ext cx="7200800" cy="4708981"/>
          </a:xfrm>
          <a:prstGeom prst="rect">
            <a:avLst/>
          </a:prstGeom>
          <a:noFill/>
        </p:spPr>
        <p:txBody>
          <a:bodyPr wrap="square" rtlCol="0">
            <a:spAutoFit/>
          </a:bodyPr>
          <a:lstStyle/>
          <a:p>
            <a:pPr marL="285750" indent="-285750">
              <a:buFont typeface="Arial" panose="020B0604020202020204" pitchFamily="34" charset="0"/>
              <a:buChar char="•"/>
            </a:pPr>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Absence of unique value proposition </a:t>
            </a:r>
          </a:p>
          <a:p>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Sloppily filled proposal form</a:t>
            </a:r>
          </a:p>
          <a:p>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Proposals having a very narrow market / written for a very small audience?</a:t>
            </a:r>
          </a:p>
          <a:p>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Author’s not revising the proposal based on the Editor’s / reviewers’ suggestions</a:t>
            </a:r>
          </a:p>
          <a:p>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Copyright Infringement</a:t>
            </a:r>
          </a:p>
          <a:p>
            <a:endParaRPr lang="en-US" sz="2000" kern="0" dirty="0">
              <a:solidFill>
                <a:srgbClr val="000066"/>
              </a:solidFill>
              <a:ea typeface="+mj-ea"/>
              <a:cs typeface="Calibri" pitchFamily="34" charset="0"/>
            </a:endParaRPr>
          </a:p>
          <a:p>
            <a:pPr marL="285750" indent="-285750">
              <a:buFont typeface="Arial" panose="020B0604020202020204" pitchFamily="34" charset="0"/>
              <a:buChar char="•"/>
            </a:pPr>
            <a:r>
              <a:rPr lang="en-US" sz="2000" kern="0" dirty="0">
                <a:solidFill>
                  <a:srgbClr val="000066"/>
                </a:solidFill>
                <a:ea typeface="+mj-ea"/>
                <a:cs typeface="Calibri" pitchFamily="34" charset="0"/>
              </a:rPr>
              <a:t>Outside of the scope of the publishing list </a:t>
            </a:r>
          </a:p>
          <a:p>
            <a:endParaRPr lang="en-US" sz="2000" kern="0" dirty="0">
              <a:solidFill>
                <a:srgbClr val="000066"/>
              </a:solidFill>
              <a:ea typeface="+mj-ea"/>
              <a:cs typeface="Calibri" pitchFamily="34" charset="0"/>
            </a:endParaRPr>
          </a:p>
        </p:txBody>
      </p:sp>
      <p:sp>
        <p:nvSpPr>
          <p:cNvPr id="6" name="Title 1">
            <a:extLst>
              <a:ext uri="{FF2B5EF4-FFF2-40B4-BE49-F238E27FC236}">
                <a16:creationId xmlns:a16="http://schemas.microsoft.com/office/drawing/2014/main" id="{0D2B5D76-BEDE-4E00-936C-4969EFC270AF}"/>
              </a:ext>
            </a:extLst>
          </p:cNvPr>
          <p:cNvSpPr txBox="1">
            <a:spLocks/>
          </p:cNvSpPr>
          <p:nvPr/>
        </p:nvSpPr>
        <p:spPr>
          <a:xfrm>
            <a:off x="2508399" y="332656"/>
            <a:ext cx="6408712" cy="936104"/>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US" dirty="0">
                <a:latin typeface="+mj-lt"/>
                <a:ea typeface="Segoe UI Emoji" panose="020B0502040204020203" pitchFamily="34" charset="0"/>
              </a:rPr>
              <a:t>Why do proposals get rejected?</a:t>
            </a:r>
          </a:p>
        </p:txBody>
      </p:sp>
    </p:spTree>
    <p:extLst>
      <p:ext uri="{BB962C8B-B14F-4D97-AF65-F5344CB8AC3E}">
        <p14:creationId xmlns:p14="http://schemas.microsoft.com/office/powerpoint/2010/main" val="302250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622130" y="404664"/>
            <a:ext cx="5202063" cy="648072"/>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US" dirty="0">
                <a:latin typeface="+mj-lt"/>
                <a:ea typeface="Segoe UI Emoji" panose="020B0502040204020203" pitchFamily="34" charset="0"/>
              </a:rPr>
              <a:t>Publishing Process</a:t>
            </a:r>
          </a:p>
        </p:txBody>
      </p:sp>
      <p:graphicFrame>
        <p:nvGraphicFramePr>
          <p:cNvPr id="2" name="Diagram 1">
            <a:extLst>
              <a:ext uri="{FF2B5EF4-FFF2-40B4-BE49-F238E27FC236}">
                <a16:creationId xmlns:a16="http://schemas.microsoft.com/office/drawing/2014/main" id="{7584E52F-E6A2-F913-2982-05B1EACF7FC5}"/>
              </a:ext>
            </a:extLst>
          </p:cNvPr>
          <p:cNvGraphicFramePr/>
          <p:nvPr/>
        </p:nvGraphicFramePr>
        <p:xfrm>
          <a:off x="2639616" y="1628800"/>
          <a:ext cx="7488832" cy="4680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7230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667053" y="116631"/>
            <a:ext cx="7092280" cy="1224136"/>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US" sz="2400" dirty="0">
                <a:latin typeface="Segoe UI Emoji" panose="020B0502040204020203" pitchFamily="34" charset="0"/>
                <a:ea typeface="Segoe UI Emoji" panose="020B0502040204020203" pitchFamily="34" charset="0"/>
              </a:rPr>
              <a:t>African Authors</a:t>
            </a:r>
          </a:p>
        </p:txBody>
      </p:sp>
      <p:pic>
        <p:nvPicPr>
          <p:cNvPr id="5" name="Picture 4" descr="Fundamentals of Port Engineering book cover">
            <a:extLst>
              <a:ext uri="{FF2B5EF4-FFF2-40B4-BE49-F238E27FC236}">
                <a16:creationId xmlns:a16="http://schemas.microsoft.com/office/drawing/2014/main" id="{678F64C9-04B4-FD2A-C348-CC66AA25E3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6958" y="1532450"/>
            <a:ext cx="1509166" cy="252013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volution: Classical Philosophy Meets Quantum Science book cover">
            <a:extLst>
              <a:ext uri="{FF2B5EF4-FFF2-40B4-BE49-F238E27FC236}">
                <a16:creationId xmlns:a16="http://schemas.microsoft.com/office/drawing/2014/main" id="{DFF8FD0D-6859-7A96-9511-276B00898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6009" y="1480831"/>
            <a:ext cx="1531665"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troduction to Sustainability for Engineers book cover">
            <a:extLst>
              <a:ext uri="{FF2B5EF4-FFF2-40B4-BE49-F238E27FC236}">
                <a16:creationId xmlns:a16="http://schemas.microsoft.com/office/drawing/2014/main" id="{32249599-EB20-4D68-E9D3-FE3C1457E9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4412" y="1558260"/>
            <a:ext cx="17145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esign and Analysis of Control Systems: Driving the Fourth Industrial Revolution book cover">
            <a:extLst>
              <a:ext uri="{FF2B5EF4-FFF2-40B4-BE49-F238E27FC236}">
                <a16:creationId xmlns:a16="http://schemas.microsoft.com/office/drawing/2014/main" id="{EF46EA60-12DB-028B-2CBB-37FAEDCD97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5270" y="1532450"/>
            <a:ext cx="1714500" cy="25812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ircular and Transformative Economy: Advances towards Sustainable Socio-economic Transformation book cover">
            <a:extLst>
              <a:ext uri="{FF2B5EF4-FFF2-40B4-BE49-F238E27FC236}">
                <a16:creationId xmlns:a16="http://schemas.microsoft.com/office/drawing/2014/main" id="{BED5010C-D560-EFA8-60F6-FEDB48501F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169" y="1558260"/>
            <a:ext cx="1714500" cy="25812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rtificial Intelligence: A Driver of Inclusive Development and Shared Prosperity for the Global South book cover">
            <a:extLst>
              <a:ext uri="{FF2B5EF4-FFF2-40B4-BE49-F238E27FC236}">
                <a16:creationId xmlns:a16="http://schemas.microsoft.com/office/drawing/2014/main" id="{7037E25D-9B38-15FC-B91A-B1B8D0687E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02083" y="4139535"/>
            <a:ext cx="171450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unicipal Solid, Agricultural, and Mining Waste in Sub-Saharan Africa: Sustainable and Circular Valorization Opportunities book cover">
            <a:extLst>
              <a:ext uri="{FF2B5EF4-FFF2-40B4-BE49-F238E27FC236}">
                <a16:creationId xmlns:a16="http://schemas.microsoft.com/office/drawing/2014/main" id="{69D752AA-FEDE-26D3-B381-7438F9C8107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6925" y="4191153"/>
            <a:ext cx="1714500" cy="244792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andbook of Metal Alloy Catalysts: Application in Energy, Chemical, and Environment book cover">
            <a:extLst>
              <a:ext uri="{FF2B5EF4-FFF2-40B4-BE49-F238E27FC236}">
                <a16:creationId xmlns:a16="http://schemas.microsoft.com/office/drawing/2014/main" id="{9EA0E9A0-B41B-531A-C7CE-425B97F62B0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9504" y="4191153"/>
            <a:ext cx="1714500" cy="239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8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crcpress.com/rsc/images/crclanding/temp_file_cover6.png">
            <a:hlinkClick r:id="rId2"/>
            <a:extLst>
              <a:ext uri="{FF2B5EF4-FFF2-40B4-BE49-F238E27FC236}">
                <a16:creationId xmlns:a16="http://schemas.microsoft.com/office/drawing/2014/main" id="{01678DD3-9839-4CF4-8B8C-B0AA5E7C1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1025" y="385285"/>
            <a:ext cx="1772093"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crcpress.com/rsc/images/crclanding/temp_file_Book_cover_png_Page_1_smaller2.png">
            <a:hlinkClick r:id="rId4"/>
            <a:extLst>
              <a:ext uri="{FF2B5EF4-FFF2-40B4-BE49-F238E27FC236}">
                <a16:creationId xmlns:a16="http://schemas.microsoft.com/office/drawing/2014/main" id="{4D6CB52D-251A-4C83-B3C9-3F808F759F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7614" y="3043716"/>
            <a:ext cx="1723116"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www.crcpress.com/rsc/images/crclanding/r3-lr_GVCMG1710_Discovery_SS_1.jpg">
            <a:hlinkClick r:id="rId6"/>
            <a:extLst>
              <a:ext uri="{FF2B5EF4-FFF2-40B4-BE49-F238E27FC236}">
                <a16:creationId xmlns:a16="http://schemas.microsoft.com/office/drawing/2014/main" id="{7C33C6B8-6072-4547-8431-3CFA4D95205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75521" y="188640"/>
            <a:ext cx="1772093"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www.crcpress.com/rsc/images/crclanding/Capture1.png">
            <a:hlinkClick r:id="rId8"/>
            <a:extLst>
              <a:ext uri="{FF2B5EF4-FFF2-40B4-BE49-F238E27FC236}">
                <a16:creationId xmlns:a16="http://schemas.microsoft.com/office/drawing/2014/main" id="{F7F840B9-7AC6-454E-8A90-588D9CB11C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6529" y="645498"/>
            <a:ext cx="171879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www.crcpress.com/rsc/images/crclanding/CapturePNG.png">
            <a:hlinkClick r:id="rId10"/>
            <a:extLst>
              <a:ext uri="{FF2B5EF4-FFF2-40B4-BE49-F238E27FC236}">
                <a16:creationId xmlns:a16="http://schemas.microsoft.com/office/drawing/2014/main" id="{81EFD8CE-BA17-44B3-B34E-A8099662BD3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567563" y="1033701"/>
            <a:ext cx="1718733"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www.crcpress.com/rsc/images/crclanding/Author_Directions_Book_Launch_PNG.png">
            <a:hlinkClick r:id="rId12"/>
            <a:extLst>
              <a:ext uri="{FF2B5EF4-FFF2-40B4-BE49-F238E27FC236}">
                <a16:creationId xmlns:a16="http://schemas.microsoft.com/office/drawing/2014/main" id="{201FD3E3-C249-4452-A066-668019AA70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26529" y="3429000"/>
            <a:ext cx="1719792"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www.crcpress.com/rsc/images/crclanding/temp_file_Book_jacket-page-0012.jpg">
            <a:hlinkClick r:id="rId14"/>
            <a:extLst>
              <a:ext uri="{FF2B5EF4-FFF2-40B4-BE49-F238E27FC236}">
                <a16:creationId xmlns:a16="http://schemas.microsoft.com/office/drawing/2014/main" id="{3F5B02F6-EAA0-40F5-BD61-F41CC9D4A23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587343" y="3747233"/>
            <a:ext cx="1719792"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s://www.crcpress.com/rsc/images/crclanding/LinkedIn_Cover.JPG">
            <a:hlinkClick r:id="rId16"/>
            <a:extLst>
              <a:ext uri="{FF2B5EF4-FFF2-40B4-BE49-F238E27FC236}">
                <a16:creationId xmlns:a16="http://schemas.microsoft.com/office/drawing/2014/main" id="{3EF5C23C-C694-4119-84F1-19C6848B4898}"/>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654734" y="4138066"/>
            <a:ext cx="1729846"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685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4D89F4-1711-43F9-A674-740B286CDF8B}"/>
              </a:ext>
            </a:extLst>
          </p:cNvPr>
          <p:cNvPicPr>
            <a:picLocks noChangeAspect="1"/>
          </p:cNvPicPr>
          <p:nvPr/>
        </p:nvPicPr>
        <p:blipFill>
          <a:blip r:embed="rId3"/>
          <a:stretch>
            <a:fillRect/>
          </a:stretch>
        </p:blipFill>
        <p:spPr>
          <a:xfrm>
            <a:off x="2370618" y="332657"/>
            <a:ext cx="6768935" cy="1118983"/>
          </a:xfrm>
          <a:prstGeom prst="rect">
            <a:avLst/>
          </a:prstGeom>
        </p:spPr>
      </p:pic>
      <p:pic>
        <p:nvPicPr>
          <p:cNvPr id="2" name="Picture 2">
            <a:extLst>
              <a:ext uri="{FF2B5EF4-FFF2-40B4-BE49-F238E27FC236}">
                <a16:creationId xmlns:a16="http://schemas.microsoft.com/office/drawing/2014/main" id="{6DFC1625-BFD6-30D6-7EF3-A8FA3E6911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5456" y="1941784"/>
            <a:ext cx="6099257" cy="29744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40799D-129F-10EC-3903-A05E32AD5D8D}"/>
              </a:ext>
            </a:extLst>
          </p:cNvPr>
          <p:cNvSpPr txBox="1"/>
          <p:nvPr/>
        </p:nvSpPr>
        <p:spPr>
          <a:xfrm>
            <a:off x="3143672" y="5085184"/>
            <a:ext cx="6309112" cy="1107996"/>
          </a:xfrm>
          <a:prstGeom prst="rect">
            <a:avLst/>
          </a:prstGeom>
          <a:noFill/>
        </p:spPr>
        <p:txBody>
          <a:bodyPr wrap="square">
            <a:spAutoFit/>
          </a:bodyPr>
          <a:lstStyle/>
          <a:p>
            <a:pPr marL="285750" indent="-285750" eaLnBrk="0" hangingPunct="0">
              <a:spcBef>
                <a:spcPct val="30000"/>
              </a:spcBef>
              <a:buFont typeface="Arial" panose="020B0604020202020204" pitchFamily="34" charset="0"/>
              <a:buChar char="•"/>
              <a:defRPr/>
            </a:pPr>
            <a:r>
              <a:rPr lang="en-US" sz="2000" dirty="0">
                <a:solidFill>
                  <a:schemeClr val="tx2">
                    <a:lumMod val="50000"/>
                  </a:schemeClr>
                </a:solidFill>
              </a:rPr>
              <a:t>T&amp;F is one of the world’s largest publishers of open-access research. </a:t>
            </a:r>
          </a:p>
          <a:p>
            <a:pPr marL="285750" indent="-285750" eaLnBrk="0" fontAlgn="base" hangingPunct="0">
              <a:spcBef>
                <a:spcPct val="30000"/>
              </a:spcBef>
              <a:spcAft>
                <a:spcPct val="0"/>
              </a:spcAft>
              <a:buFont typeface="Arial" panose="020B0604020202020204" pitchFamily="34" charset="0"/>
              <a:buChar char="•"/>
              <a:defRPr/>
            </a:pPr>
            <a:r>
              <a:rPr lang="en-GB" sz="2000" dirty="0">
                <a:solidFill>
                  <a:schemeClr val="tx2">
                    <a:lumMod val="50000"/>
                  </a:schemeClr>
                </a:solidFill>
              </a:rPr>
              <a:t>T&amp;F OA books since 2013</a:t>
            </a:r>
            <a:endParaRPr lang="en-US" sz="2000" dirty="0">
              <a:solidFill>
                <a:schemeClr val="tx2">
                  <a:lumMod val="50000"/>
                </a:schemeClr>
              </a:solidFill>
            </a:endParaRPr>
          </a:p>
        </p:txBody>
      </p:sp>
    </p:spTree>
    <p:extLst>
      <p:ext uri="{BB962C8B-B14F-4D97-AF65-F5344CB8AC3E}">
        <p14:creationId xmlns:p14="http://schemas.microsoft.com/office/powerpoint/2010/main" val="3089136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80C1-ABEB-F944-9E9F-FEBD5FC1CF02}"/>
              </a:ext>
            </a:extLst>
          </p:cNvPr>
          <p:cNvSpPr>
            <a:spLocks noGrp="1"/>
          </p:cNvSpPr>
          <p:nvPr>
            <p:ph type="title"/>
          </p:nvPr>
        </p:nvSpPr>
        <p:spPr>
          <a:xfrm>
            <a:off x="2573338" y="462861"/>
            <a:ext cx="7045325" cy="720725"/>
          </a:xfrm>
        </p:spPr>
        <p:txBody>
          <a:bodyPr/>
          <a:lstStyle/>
          <a:p>
            <a:r>
              <a:rPr lang="en-GB" sz="2800" dirty="0"/>
              <a:t>What is Open Access?</a:t>
            </a:r>
            <a:endParaRPr lang="en-SG" sz="2800" dirty="0"/>
          </a:p>
        </p:txBody>
      </p:sp>
      <p:sp>
        <p:nvSpPr>
          <p:cNvPr id="3" name="Content Placeholder 2">
            <a:extLst>
              <a:ext uri="{FF2B5EF4-FFF2-40B4-BE49-F238E27FC236}">
                <a16:creationId xmlns:a16="http://schemas.microsoft.com/office/drawing/2014/main" id="{1C0D9AB0-5DD7-5FEA-CB7F-0A017C6AA5D0}"/>
              </a:ext>
            </a:extLst>
          </p:cNvPr>
          <p:cNvSpPr>
            <a:spLocks noGrp="1"/>
          </p:cNvSpPr>
          <p:nvPr>
            <p:ph idx="1"/>
          </p:nvPr>
        </p:nvSpPr>
        <p:spPr>
          <a:xfrm>
            <a:off x="2495600" y="1335628"/>
            <a:ext cx="6081812" cy="1793180"/>
          </a:xfrm>
        </p:spPr>
        <p:txBody>
          <a:bodyPr>
            <a:normAutofit/>
          </a:bodyPr>
          <a:lstStyle/>
          <a:p>
            <a:r>
              <a:rPr lang="en-GB" sz="1800" dirty="0"/>
              <a:t>Content that is freely and permanently available online</a:t>
            </a:r>
          </a:p>
          <a:p>
            <a:r>
              <a:rPr lang="en-GB" sz="1800" dirty="0"/>
              <a:t>Anyone, anywhere in the world can read and build upon this research</a:t>
            </a:r>
          </a:p>
          <a:p>
            <a:pPr lvl="1"/>
            <a:r>
              <a:rPr lang="en-US" sz="1800" dirty="0"/>
              <a:t>i.e., no financial, legal or technical barriers</a:t>
            </a:r>
            <a:endParaRPr lang="en-GB" sz="1800" dirty="0"/>
          </a:p>
          <a:p>
            <a:endParaRPr lang="en-GB" sz="1800" dirty="0"/>
          </a:p>
          <a:p>
            <a:endParaRPr lang="en-SG" sz="1800" dirty="0"/>
          </a:p>
        </p:txBody>
      </p:sp>
      <p:pic>
        <p:nvPicPr>
          <p:cNvPr id="12" name="Picture 11" descr="A black and orange logo&#10;&#10;Description automatically generated">
            <a:extLst>
              <a:ext uri="{FF2B5EF4-FFF2-40B4-BE49-F238E27FC236}">
                <a16:creationId xmlns:a16="http://schemas.microsoft.com/office/drawing/2014/main" id="{E1B37F33-A124-F1B0-8D92-CCEC6C901E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3512" y="92737"/>
            <a:ext cx="648072" cy="1012613"/>
          </a:xfrm>
          <a:prstGeom prst="rect">
            <a:avLst/>
          </a:prstGeom>
        </p:spPr>
      </p:pic>
      <p:sp>
        <p:nvSpPr>
          <p:cNvPr id="17" name="TextBox 16">
            <a:extLst>
              <a:ext uri="{FF2B5EF4-FFF2-40B4-BE49-F238E27FC236}">
                <a16:creationId xmlns:a16="http://schemas.microsoft.com/office/drawing/2014/main" id="{83B559E0-0BF7-C384-13D6-06846627C6CD}"/>
              </a:ext>
            </a:extLst>
          </p:cNvPr>
          <p:cNvSpPr txBox="1"/>
          <p:nvPr/>
        </p:nvSpPr>
        <p:spPr>
          <a:xfrm>
            <a:off x="2554313" y="6638230"/>
            <a:ext cx="6875361" cy="230832"/>
          </a:xfrm>
          <a:prstGeom prst="rect">
            <a:avLst/>
          </a:prstGeom>
          <a:noFill/>
        </p:spPr>
        <p:txBody>
          <a:bodyPr wrap="square">
            <a:spAutoFit/>
          </a:bodyPr>
          <a:lstStyle/>
          <a:p>
            <a:pPr algn="ctr"/>
            <a:r>
              <a:rPr lang="en-GB" sz="900" dirty="0"/>
              <a:t>Image source: https://upload.wikimedia.org/wikipedia/commons/7/77/Open_Access_logo_PLoS_transparent.svg</a:t>
            </a:r>
          </a:p>
        </p:txBody>
      </p:sp>
      <p:sp>
        <p:nvSpPr>
          <p:cNvPr id="5" name="TextBox 4">
            <a:extLst>
              <a:ext uri="{FF2B5EF4-FFF2-40B4-BE49-F238E27FC236}">
                <a16:creationId xmlns:a16="http://schemas.microsoft.com/office/drawing/2014/main" id="{811B81D1-130B-ED2A-C3BB-21EFD9605BB6}"/>
              </a:ext>
            </a:extLst>
          </p:cNvPr>
          <p:cNvSpPr txBox="1"/>
          <p:nvPr/>
        </p:nvSpPr>
        <p:spPr>
          <a:xfrm>
            <a:off x="2554312" y="3867788"/>
            <a:ext cx="7161932" cy="2308324"/>
          </a:xfrm>
          <a:prstGeom prst="rect">
            <a:avLst/>
          </a:prstGeom>
          <a:noFill/>
        </p:spPr>
        <p:txBody>
          <a:bodyPr wrap="square">
            <a:spAutoFit/>
          </a:bodyPr>
          <a:lstStyle/>
          <a:p>
            <a:r>
              <a:rPr lang="en-GB" dirty="0"/>
              <a:t>UNESCO – reduce </a:t>
            </a:r>
            <a:r>
              <a:rPr lang="en-US" dirty="0"/>
              <a:t>the gap between </a:t>
            </a:r>
            <a:r>
              <a:rPr lang="en-US" dirty="0" err="1"/>
              <a:t>industrialised</a:t>
            </a:r>
            <a:r>
              <a:rPr lang="en-US" dirty="0"/>
              <a:t> countries and those in the emerging economy</a:t>
            </a:r>
          </a:p>
          <a:p>
            <a:endParaRPr lang="en-US" dirty="0"/>
          </a:p>
          <a:p>
            <a:r>
              <a:rPr lang="en-US" dirty="0"/>
              <a:t>Berlin Declaration on Open Access to Knowledge in the Sciences and Humanities (2003) – “to realize the vision of a global and accessible representation of knowledge, the future Web has to be sustainable, interactive, and transparent. Content and software tools must be openly accessible and compatible.”</a:t>
            </a:r>
            <a:endParaRPr lang="en-GB" dirty="0"/>
          </a:p>
        </p:txBody>
      </p:sp>
      <p:sp>
        <p:nvSpPr>
          <p:cNvPr id="7" name="TextBox 6">
            <a:extLst>
              <a:ext uri="{FF2B5EF4-FFF2-40B4-BE49-F238E27FC236}">
                <a16:creationId xmlns:a16="http://schemas.microsoft.com/office/drawing/2014/main" id="{B6C21EB5-3861-20AB-E886-6AEC31F7CAE1}"/>
              </a:ext>
            </a:extLst>
          </p:cNvPr>
          <p:cNvSpPr txBox="1"/>
          <p:nvPr/>
        </p:nvSpPr>
        <p:spPr>
          <a:xfrm>
            <a:off x="2570336" y="3128808"/>
            <a:ext cx="4581524" cy="523220"/>
          </a:xfrm>
          <a:prstGeom prst="rect">
            <a:avLst/>
          </a:prstGeom>
          <a:noFill/>
        </p:spPr>
        <p:txBody>
          <a:bodyPr wrap="square">
            <a:spAutoFit/>
          </a:bodyPr>
          <a:lstStyle/>
          <a:p>
            <a:r>
              <a:rPr lang="en-GB" sz="2800" dirty="0">
                <a:solidFill>
                  <a:srgbClr val="002060"/>
                </a:solidFill>
              </a:rPr>
              <a:t>Aims of Open Access</a:t>
            </a:r>
            <a:endParaRPr lang="en-IN" sz="2800" dirty="0">
              <a:solidFill>
                <a:srgbClr val="002060"/>
              </a:solidFill>
            </a:endParaRPr>
          </a:p>
        </p:txBody>
      </p:sp>
    </p:spTree>
    <p:extLst>
      <p:ext uri="{BB962C8B-B14F-4D97-AF65-F5344CB8AC3E}">
        <p14:creationId xmlns:p14="http://schemas.microsoft.com/office/powerpoint/2010/main" val="1635386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AAC8-B2D1-7E38-EA02-3A67D51AF04F}"/>
              </a:ext>
            </a:extLst>
          </p:cNvPr>
          <p:cNvSpPr>
            <a:spLocks noGrp="1"/>
          </p:cNvSpPr>
          <p:nvPr>
            <p:ph type="title"/>
          </p:nvPr>
        </p:nvSpPr>
        <p:spPr>
          <a:xfrm>
            <a:off x="2351585" y="332657"/>
            <a:ext cx="7045325" cy="720725"/>
          </a:xfrm>
        </p:spPr>
        <p:txBody>
          <a:bodyPr/>
          <a:lstStyle/>
          <a:p>
            <a:r>
              <a:rPr lang="en-GB" sz="3600" dirty="0"/>
              <a:t>Open Access – Increased impact</a:t>
            </a:r>
          </a:p>
        </p:txBody>
      </p:sp>
      <p:graphicFrame>
        <p:nvGraphicFramePr>
          <p:cNvPr id="6" name="Content Placeholder 5">
            <a:extLst>
              <a:ext uri="{FF2B5EF4-FFF2-40B4-BE49-F238E27FC236}">
                <a16:creationId xmlns:a16="http://schemas.microsoft.com/office/drawing/2014/main" id="{8E2A9C0A-C510-55A8-482C-55FCA534F736}"/>
              </a:ext>
            </a:extLst>
          </p:cNvPr>
          <p:cNvGraphicFramePr>
            <a:graphicFrameLocks noGrp="1"/>
          </p:cNvGraphicFramePr>
          <p:nvPr>
            <p:ph idx="1"/>
          </p:nvPr>
        </p:nvGraphicFramePr>
        <p:xfrm>
          <a:off x="2351585" y="1916832"/>
          <a:ext cx="8052197" cy="32158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722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3E264-918E-E4DB-8BEC-FC18290484AE}"/>
              </a:ext>
            </a:extLst>
          </p:cNvPr>
          <p:cNvSpPr>
            <a:spLocks noGrp="1"/>
          </p:cNvSpPr>
          <p:nvPr>
            <p:ph type="title"/>
          </p:nvPr>
        </p:nvSpPr>
        <p:spPr>
          <a:xfrm>
            <a:off x="2135561" y="476673"/>
            <a:ext cx="7045325" cy="720725"/>
          </a:xfrm>
        </p:spPr>
        <p:txBody>
          <a:bodyPr>
            <a:normAutofit fontScale="90000"/>
          </a:bodyPr>
          <a:lstStyle/>
          <a:p>
            <a:r>
              <a:rPr lang="en-GB" sz="3600" dirty="0"/>
              <a:t>Open Access at T&amp;F</a:t>
            </a:r>
            <a:br>
              <a:rPr lang="en-GB" sz="3600" dirty="0"/>
            </a:br>
            <a:endParaRPr lang="en-GB" sz="3600" dirty="0"/>
          </a:p>
        </p:txBody>
      </p:sp>
      <p:pic>
        <p:nvPicPr>
          <p:cNvPr id="6" name="Picture 5" descr="A picture containing text, font, logo, screenshot&#10;&#10;Description automatically generated">
            <a:extLst>
              <a:ext uri="{FF2B5EF4-FFF2-40B4-BE49-F238E27FC236}">
                <a16:creationId xmlns:a16="http://schemas.microsoft.com/office/drawing/2014/main" id="{781A8904-734E-8CC6-C84E-E6A45D3C14D6}"/>
              </a:ext>
            </a:extLst>
          </p:cNvPr>
          <p:cNvPicPr>
            <a:picLocks noChangeAspect="1"/>
          </p:cNvPicPr>
          <p:nvPr/>
        </p:nvPicPr>
        <p:blipFill rotWithShape="1">
          <a:blip r:embed="rId3">
            <a:extLst>
              <a:ext uri="{28A0092B-C50C-407E-A947-70E740481C1C}">
                <a14:useLocalDpi xmlns:a14="http://schemas.microsoft.com/office/drawing/2010/main" val="0"/>
              </a:ext>
            </a:extLst>
          </a:blip>
          <a:srcRect r="50567" b="50865"/>
          <a:stretch/>
        </p:blipFill>
        <p:spPr>
          <a:xfrm>
            <a:off x="5966818" y="3083793"/>
            <a:ext cx="2409203" cy="1660288"/>
          </a:xfrm>
          <a:prstGeom prst="rect">
            <a:avLst/>
          </a:prstGeom>
        </p:spPr>
      </p:pic>
      <p:pic>
        <p:nvPicPr>
          <p:cNvPr id="7" name="Picture 6" descr="A picture containing text, font, logo, screenshot&#10;&#10;Description automatically generated">
            <a:extLst>
              <a:ext uri="{FF2B5EF4-FFF2-40B4-BE49-F238E27FC236}">
                <a16:creationId xmlns:a16="http://schemas.microsoft.com/office/drawing/2014/main" id="{C77E0D65-31E7-AA37-46C6-FB7679E2F26A}"/>
              </a:ext>
            </a:extLst>
          </p:cNvPr>
          <p:cNvPicPr>
            <a:picLocks noChangeAspect="1"/>
          </p:cNvPicPr>
          <p:nvPr/>
        </p:nvPicPr>
        <p:blipFill rotWithShape="1">
          <a:blip r:embed="rId3">
            <a:extLst>
              <a:ext uri="{28A0092B-C50C-407E-A947-70E740481C1C}">
                <a14:useLocalDpi xmlns:a14="http://schemas.microsoft.com/office/drawing/2010/main" val="0"/>
              </a:ext>
            </a:extLst>
          </a:blip>
          <a:srcRect l="50567" b="50865"/>
          <a:stretch/>
        </p:blipFill>
        <p:spPr>
          <a:xfrm>
            <a:off x="3431704" y="3083793"/>
            <a:ext cx="2424036" cy="1670510"/>
          </a:xfrm>
          <a:prstGeom prst="rect">
            <a:avLst/>
          </a:prstGeom>
        </p:spPr>
      </p:pic>
      <p:pic>
        <p:nvPicPr>
          <p:cNvPr id="8" name="Picture 7" descr="A picture containing text, font, logo, screenshot&#10;&#10;Description automatically generated">
            <a:extLst>
              <a:ext uri="{FF2B5EF4-FFF2-40B4-BE49-F238E27FC236}">
                <a16:creationId xmlns:a16="http://schemas.microsoft.com/office/drawing/2014/main" id="{345F04B8-ECAD-D33F-D88F-9B2CDD0CBFF9}"/>
              </a:ext>
            </a:extLst>
          </p:cNvPr>
          <p:cNvPicPr>
            <a:picLocks noChangeAspect="1"/>
          </p:cNvPicPr>
          <p:nvPr/>
        </p:nvPicPr>
        <p:blipFill rotWithShape="1">
          <a:blip r:embed="rId3">
            <a:extLst>
              <a:ext uri="{28A0092B-C50C-407E-A947-70E740481C1C}">
                <a14:useLocalDpi xmlns:a14="http://schemas.microsoft.com/office/drawing/2010/main" val="0"/>
              </a:ext>
            </a:extLst>
          </a:blip>
          <a:srcRect t="50865" r="50567"/>
          <a:stretch/>
        </p:blipFill>
        <p:spPr>
          <a:xfrm>
            <a:off x="3431705" y="4848018"/>
            <a:ext cx="2409203" cy="1660286"/>
          </a:xfrm>
          <a:prstGeom prst="rect">
            <a:avLst/>
          </a:prstGeom>
        </p:spPr>
      </p:pic>
      <p:pic>
        <p:nvPicPr>
          <p:cNvPr id="9" name="Picture 8" descr="A picture containing text, font, logo, screenshot&#10;&#10;Description automatically generated">
            <a:extLst>
              <a:ext uri="{FF2B5EF4-FFF2-40B4-BE49-F238E27FC236}">
                <a16:creationId xmlns:a16="http://schemas.microsoft.com/office/drawing/2014/main" id="{C938E6BA-E2B7-7117-2EC2-E42AA3E6670F}"/>
              </a:ext>
            </a:extLst>
          </p:cNvPr>
          <p:cNvPicPr>
            <a:picLocks noChangeAspect="1"/>
          </p:cNvPicPr>
          <p:nvPr/>
        </p:nvPicPr>
        <p:blipFill rotWithShape="1">
          <a:blip r:embed="rId3">
            <a:extLst>
              <a:ext uri="{28A0092B-C50C-407E-A947-70E740481C1C}">
                <a14:useLocalDpi xmlns:a14="http://schemas.microsoft.com/office/drawing/2010/main" val="0"/>
              </a:ext>
            </a:extLst>
          </a:blip>
          <a:srcRect l="50567" t="50865"/>
          <a:stretch/>
        </p:blipFill>
        <p:spPr>
          <a:xfrm>
            <a:off x="5967959" y="4847963"/>
            <a:ext cx="2409203" cy="1660287"/>
          </a:xfrm>
          <a:prstGeom prst="rect">
            <a:avLst/>
          </a:prstGeom>
        </p:spPr>
      </p:pic>
      <p:sp>
        <p:nvSpPr>
          <p:cNvPr id="3" name="Content Placeholder 2">
            <a:extLst>
              <a:ext uri="{FF2B5EF4-FFF2-40B4-BE49-F238E27FC236}">
                <a16:creationId xmlns:a16="http://schemas.microsoft.com/office/drawing/2014/main" id="{EB365D2B-B4B9-6B63-32A4-C341050D5B0B}"/>
              </a:ext>
            </a:extLst>
          </p:cNvPr>
          <p:cNvSpPr>
            <a:spLocks noGrp="1"/>
          </p:cNvSpPr>
          <p:nvPr>
            <p:ph idx="1"/>
          </p:nvPr>
        </p:nvSpPr>
        <p:spPr>
          <a:xfrm>
            <a:off x="2135560" y="1038650"/>
            <a:ext cx="7704856" cy="2030311"/>
          </a:xfrm>
        </p:spPr>
        <p:txBody>
          <a:bodyPr>
            <a:normAutofit fontScale="92500"/>
          </a:bodyPr>
          <a:lstStyle/>
          <a:p>
            <a:pPr>
              <a:spcAft>
                <a:spcPts val="900"/>
              </a:spcAft>
            </a:pPr>
            <a:r>
              <a:rPr lang="en-US" sz="2000" dirty="0">
                <a:solidFill>
                  <a:schemeClr val="tx2"/>
                </a:solidFill>
              </a:rPr>
              <a:t>Creative Commons licensing (usually CC BY NC ND) </a:t>
            </a:r>
          </a:p>
          <a:p>
            <a:pPr>
              <a:spcAft>
                <a:spcPts val="900"/>
              </a:spcAft>
            </a:pPr>
            <a:r>
              <a:rPr lang="en-US" sz="2000" dirty="0">
                <a:solidFill>
                  <a:schemeClr val="tx2"/>
                </a:solidFill>
              </a:rPr>
              <a:t>Downloadable from Taylor &amp; Francis or distributors such as Amazon</a:t>
            </a:r>
          </a:p>
          <a:p>
            <a:pPr>
              <a:spcAft>
                <a:spcPts val="900"/>
              </a:spcAft>
            </a:pPr>
            <a:r>
              <a:rPr lang="en-US" sz="2000" dirty="0">
                <a:solidFill>
                  <a:schemeClr val="tx2"/>
                </a:solidFill>
              </a:rPr>
              <a:t>Print version also available for purchase (with royalties!)</a:t>
            </a:r>
          </a:p>
          <a:p>
            <a:pPr>
              <a:spcAft>
                <a:spcPts val="900"/>
              </a:spcAft>
            </a:pPr>
            <a:r>
              <a:rPr lang="en-US" sz="2000" dirty="0">
                <a:solidFill>
                  <a:schemeClr val="tx2"/>
                </a:solidFill>
              </a:rPr>
              <a:t>Deposit copies are placed in the OAPEN repository and others</a:t>
            </a:r>
          </a:p>
        </p:txBody>
      </p:sp>
    </p:spTree>
    <p:extLst>
      <p:ext uri="{BB962C8B-B14F-4D97-AF65-F5344CB8AC3E}">
        <p14:creationId xmlns:p14="http://schemas.microsoft.com/office/powerpoint/2010/main" val="1968661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D0DB4BE-2EC1-4732-82C4-1A1698CE03B8}"/>
              </a:ext>
            </a:extLst>
          </p:cNvPr>
          <p:cNvSpPr txBox="1">
            <a:spLocks/>
          </p:cNvSpPr>
          <p:nvPr/>
        </p:nvSpPr>
        <p:spPr>
          <a:xfrm>
            <a:off x="2712244" y="274717"/>
            <a:ext cx="6118147" cy="962347"/>
          </a:xfrm>
          <a:prstGeom prst="rect">
            <a:avLst/>
          </a:prstGeom>
          <a:solidFill>
            <a:srgbClr val="002060"/>
          </a:solidFill>
          <a:effectLst>
            <a:outerShdw blurRad="215900" sx="111000" sy="111000" algn="ctr" rotWithShape="0">
              <a:prstClr val="black">
                <a:alpha val="40000"/>
              </a:prstClr>
            </a:outerShdw>
          </a:effectLst>
        </p:spPr>
        <p:txBody>
          <a:bodyPr vert="horz" lIns="91440" tIns="45720" rIns="91440" bIns="45720" rtlCol="0" anchor="ctr">
            <a:noAutofit/>
          </a:bodyPr>
          <a:lstStyle>
            <a:lvl1pPr algn="ctr" defTabSz="914400" rtl="0" eaLnBrk="1" latinLnBrk="0" hangingPunct="1">
              <a:spcBef>
                <a:spcPct val="0"/>
              </a:spcBef>
              <a:buNone/>
              <a:defRPr sz="3200" kern="1200">
                <a:solidFill>
                  <a:schemeClr val="bg1"/>
                </a:solidFill>
                <a:latin typeface="Stone Sans ITC TT" panose="00000500000000000000" pitchFamily="2" charset="0"/>
                <a:ea typeface="+mj-ea"/>
                <a:cs typeface="+mj-cs"/>
              </a:defRPr>
            </a:lvl1pPr>
          </a:lstStyle>
          <a:p>
            <a:pPr>
              <a:spcAft>
                <a:spcPct val="25000"/>
              </a:spcAft>
            </a:pPr>
            <a:r>
              <a:rPr lang="en-GB" sz="3000" dirty="0">
                <a:latin typeface="+mj-lt"/>
              </a:rPr>
              <a:t>Are our OA books different to non-OA books?</a:t>
            </a:r>
            <a:endParaRPr lang="en-US" sz="3000" dirty="0">
              <a:latin typeface="+mj-lt"/>
              <a:ea typeface="Segoe UI Emoji" panose="020B0502040204020203" pitchFamily="34" charset="0"/>
            </a:endParaRPr>
          </a:p>
        </p:txBody>
      </p:sp>
      <p:graphicFrame>
        <p:nvGraphicFramePr>
          <p:cNvPr id="4" name="Content Placeholder 2">
            <a:extLst>
              <a:ext uri="{FF2B5EF4-FFF2-40B4-BE49-F238E27FC236}">
                <a16:creationId xmlns:a16="http://schemas.microsoft.com/office/drawing/2014/main" id="{6299BE84-FA3B-8736-4DA6-00549A85F5EE}"/>
              </a:ext>
            </a:extLst>
          </p:cNvPr>
          <p:cNvGraphicFramePr>
            <a:graphicFrameLocks/>
          </p:cNvGraphicFramePr>
          <p:nvPr/>
        </p:nvGraphicFramePr>
        <p:xfrm>
          <a:off x="2855641" y="1772816"/>
          <a:ext cx="6912149" cy="251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2">
            <a:extLst>
              <a:ext uri="{FF2B5EF4-FFF2-40B4-BE49-F238E27FC236}">
                <a16:creationId xmlns:a16="http://schemas.microsoft.com/office/drawing/2014/main" id="{04AB297B-7511-8CE7-2FB0-391BD8F65F60}"/>
              </a:ext>
            </a:extLst>
          </p:cNvPr>
          <p:cNvGraphicFramePr/>
          <p:nvPr/>
        </p:nvGraphicFramePr>
        <p:xfrm>
          <a:off x="2351585" y="4147318"/>
          <a:ext cx="7200181" cy="24405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63435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Blue coloured book">
            <a:extLst>
              <a:ext uri="{FF2B5EF4-FFF2-40B4-BE49-F238E27FC236}">
                <a16:creationId xmlns:a16="http://schemas.microsoft.com/office/drawing/2014/main" id="{F8AE2671-AF3C-2147-221C-58A093046158}"/>
              </a:ext>
            </a:extLst>
          </p:cNvPr>
          <p:cNvPicPr>
            <a:picLocks noChangeAspect="1"/>
          </p:cNvPicPr>
          <p:nvPr/>
        </p:nvPicPr>
        <p:blipFill rotWithShape="1">
          <a:blip r:embed="rId3"/>
          <a:srcRect l="14289" r="18710" b="-1"/>
          <a:stretch/>
        </p:blipFill>
        <p:spPr>
          <a:xfrm>
            <a:off x="6850897" y="1958492"/>
            <a:ext cx="3340856" cy="3340856"/>
          </a:xfrm>
          <a:prstGeom prst="ellipse">
            <a:avLst/>
          </a:prstGeom>
          <a:noFill/>
          <a:ln>
            <a:noFill/>
          </a:ln>
        </p:spPr>
      </p:pic>
      <p:sp>
        <p:nvSpPr>
          <p:cNvPr id="2" name="Title 1">
            <a:extLst>
              <a:ext uri="{FF2B5EF4-FFF2-40B4-BE49-F238E27FC236}">
                <a16:creationId xmlns:a16="http://schemas.microsoft.com/office/drawing/2014/main" id="{CE42865A-2340-400E-A312-F7EA820D0D7F}"/>
              </a:ext>
            </a:extLst>
          </p:cNvPr>
          <p:cNvSpPr>
            <a:spLocks noGrp="1"/>
          </p:cNvSpPr>
          <p:nvPr>
            <p:ph type="ctrTitle"/>
          </p:nvPr>
        </p:nvSpPr>
        <p:spPr>
          <a:xfrm>
            <a:off x="2213835" y="1613454"/>
            <a:ext cx="3610535" cy="1107608"/>
          </a:xfrm>
        </p:spPr>
        <p:txBody>
          <a:bodyPr anchor="b">
            <a:normAutofit/>
          </a:bodyPr>
          <a:lstStyle/>
          <a:p>
            <a:r>
              <a:rPr lang="en-GB" sz="2400" i="1" dirty="0"/>
              <a:t>How do we publish OA?</a:t>
            </a:r>
          </a:p>
        </p:txBody>
      </p:sp>
      <p:sp>
        <p:nvSpPr>
          <p:cNvPr id="5" name="Content Placeholder 4">
            <a:extLst>
              <a:ext uri="{FF2B5EF4-FFF2-40B4-BE49-F238E27FC236}">
                <a16:creationId xmlns:a16="http://schemas.microsoft.com/office/drawing/2014/main" id="{FA48661A-B58E-49CB-A08E-F1E4354308A0}"/>
              </a:ext>
            </a:extLst>
          </p:cNvPr>
          <p:cNvSpPr>
            <a:spLocks noGrp="1"/>
          </p:cNvSpPr>
          <p:nvPr>
            <p:ph type="subTitle" idx="1"/>
          </p:nvPr>
        </p:nvSpPr>
        <p:spPr>
          <a:xfrm>
            <a:off x="2979898" y="2907073"/>
            <a:ext cx="3474217" cy="2607195"/>
          </a:xfrm>
        </p:spPr>
        <p:txBody>
          <a:bodyPr>
            <a:noAutofit/>
          </a:bodyPr>
          <a:lstStyle/>
          <a:p>
            <a:pPr>
              <a:spcAft>
                <a:spcPts val="450"/>
              </a:spcAft>
            </a:pPr>
            <a:r>
              <a:rPr lang="en-GB" sz="1800" dirty="0">
                <a:solidFill>
                  <a:schemeClr val="bg1"/>
                </a:solidFill>
                <a:latin typeface="+mj-lt"/>
              </a:rPr>
              <a:t>We have 3 main types of OA book publishing:</a:t>
            </a:r>
          </a:p>
          <a:p>
            <a:pPr>
              <a:spcAft>
                <a:spcPts val="450"/>
              </a:spcAft>
            </a:pPr>
            <a:r>
              <a:rPr lang="en-GB" sz="1800" dirty="0">
                <a:solidFill>
                  <a:schemeClr val="bg1"/>
                </a:solidFill>
                <a:latin typeface="+mj-lt"/>
              </a:rPr>
              <a:t>1. Born OA</a:t>
            </a:r>
          </a:p>
          <a:p>
            <a:pPr>
              <a:spcAft>
                <a:spcPts val="450"/>
              </a:spcAft>
            </a:pPr>
            <a:r>
              <a:rPr lang="en-GB" sz="1800" dirty="0">
                <a:solidFill>
                  <a:schemeClr val="bg1"/>
                </a:solidFill>
                <a:latin typeface="+mj-lt"/>
              </a:rPr>
              <a:t>2. Retrospective OA</a:t>
            </a:r>
          </a:p>
          <a:p>
            <a:pPr>
              <a:spcAft>
                <a:spcPts val="450"/>
              </a:spcAft>
            </a:pPr>
            <a:r>
              <a:rPr lang="en-GB" sz="1800" dirty="0">
                <a:solidFill>
                  <a:schemeClr val="bg1"/>
                </a:solidFill>
                <a:latin typeface="+mj-lt"/>
              </a:rPr>
              <a:t>3. Chapter OA</a:t>
            </a:r>
          </a:p>
        </p:txBody>
      </p:sp>
    </p:spTree>
    <p:extLst>
      <p:ext uri="{BB962C8B-B14F-4D97-AF65-F5344CB8AC3E}">
        <p14:creationId xmlns:p14="http://schemas.microsoft.com/office/powerpoint/2010/main" val="3387201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0DB21-D3CE-02BE-03BB-B5BBB8789BD4}"/>
              </a:ext>
            </a:extLst>
          </p:cNvPr>
          <p:cNvSpPr>
            <a:spLocks noGrp="1"/>
          </p:cNvSpPr>
          <p:nvPr>
            <p:ph type="title"/>
          </p:nvPr>
        </p:nvSpPr>
        <p:spPr>
          <a:xfrm>
            <a:off x="2279577" y="332657"/>
            <a:ext cx="7489403" cy="720725"/>
          </a:xfrm>
        </p:spPr>
        <p:txBody>
          <a:bodyPr>
            <a:normAutofit fontScale="90000"/>
          </a:bodyPr>
          <a:lstStyle/>
          <a:p>
            <a:r>
              <a:rPr lang="en-GB" sz="3200" dirty="0"/>
              <a:t>Dedicated TaylorFrancis.com eBooks platform</a:t>
            </a:r>
          </a:p>
        </p:txBody>
      </p:sp>
      <p:pic>
        <p:nvPicPr>
          <p:cNvPr id="7" name="Picture 6">
            <a:extLst>
              <a:ext uri="{FF2B5EF4-FFF2-40B4-BE49-F238E27FC236}">
                <a16:creationId xmlns:a16="http://schemas.microsoft.com/office/drawing/2014/main" id="{22421B03-DFC0-B6ED-99B7-3C6D8BDF4E4D}"/>
              </a:ext>
            </a:extLst>
          </p:cNvPr>
          <p:cNvPicPr>
            <a:picLocks noChangeAspect="1"/>
          </p:cNvPicPr>
          <p:nvPr/>
        </p:nvPicPr>
        <p:blipFill>
          <a:blip r:embed="rId3"/>
          <a:stretch>
            <a:fillRect/>
          </a:stretch>
        </p:blipFill>
        <p:spPr>
          <a:xfrm>
            <a:off x="2781300" y="1937250"/>
            <a:ext cx="6629400" cy="3729038"/>
          </a:xfrm>
          <a:prstGeom prst="rect">
            <a:avLst/>
          </a:prstGeom>
          <a:ln>
            <a:solidFill>
              <a:schemeClr val="tx1"/>
            </a:solidFill>
          </a:ln>
        </p:spPr>
      </p:pic>
    </p:spTree>
    <p:extLst>
      <p:ext uri="{BB962C8B-B14F-4D97-AF65-F5344CB8AC3E}">
        <p14:creationId xmlns:p14="http://schemas.microsoft.com/office/powerpoint/2010/main" val="3170632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F94B9B-3938-4A3E-B6CD-49A54841D02C}"/>
              </a:ext>
            </a:extLst>
          </p:cNvPr>
          <p:cNvSpPr>
            <a:spLocks noGrp="1"/>
          </p:cNvSpPr>
          <p:nvPr>
            <p:ph type="sldNum" sz="quarter" idx="4294967295"/>
          </p:nvPr>
        </p:nvSpPr>
        <p:spPr/>
        <p:txBody>
          <a:bodyPr/>
          <a:lstStyle/>
          <a:p>
            <a:fld id="{CD018B5B-3FD1-43B0-9C50-E33EBAC66E22}" type="slidenum">
              <a:rPr lang="en-GB" smtClean="0"/>
              <a:t>27</a:t>
            </a:fld>
            <a:endParaRPr lang="en-GB"/>
          </a:p>
        </p:txBody>
      </p:sp>
      <p:pic>
        <p:nvPicPr>
          <p:cNvPr id="8" name="Content Placeholder 7" descr="Graphical user interface, application&#10;&#10;Description automatically generated">
            <a:extLst>
              <a:ext uri="{FF2B5EF4-FFF2-40B4-BE49-F238E27FC236}">
                <a16:creationId xmlns:a16="http://schemas.microsoft.com/office/drawing/2014/main" id="{C1426570-0678-4272-8009-FC1A4E41DA8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79577" y="1052736"/>
            <a:ext cx="8226821" cy="5079416"/>
          </a:xfrm>
        </p:spPr>
      </p:pic>
    </p:spTree>
    <p:extLst>
      <p:ext uri="{BB962C8B-B14F-4D97-AF65-F5344CB8AC3E}">
        <p14:creationId xmlns:p14="http://schemas.microsoft.com/office/powerpoint/2010/main" val="1464957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56AD-0A72-1EB5-3AFC-430F124AAD16}"/>
              </a:ext>
            </a:extLst>
          </p:cNvPr>
          <p:cNvSpPr>
            <a:spLocks noGrp="1"/>
          </p:cNvSpPr>
          <p:nvPr>
            <p:ph type="title"/>
          </p:nvPr>
        </p:nvSpPr>
        <p:spPr>
          <a:xfrm>
            <a:off x="2235651" y="620413"/>
            <a:ext cx="7500160" cy="720725"/>
          </a:xfrm>
        </p:spPr>
        <p:txBody>
          <a:bodyPr/>
          <a:lstStyle/>
          <a:p>
            <a:r>
              <a:rPr lang="en-GB" sz="3600" dirty="0"/>
              <a:t>T&amp;F and the Open Access community</a:t>
            </a:r>
          </a:p>
        </p:txBody>
      </p:sp>
      <p:pic>
        <p:nvPicPr>
          <p:cNvPr id="8" name="Content Placeholder 7" descr="A green and white logo&#10;&#10;Description automatically generated">
            <a:extLst>
              <a:ext uri="{FF2B5EF4-FFF2-40B4-BE49-F238E27FC236}">
                <a16:creationId xmlns:a16="http://schemas.microsoft.com/office/drawing/2014/main" id="{163B1599-5FD0-CE38-8AE4-6426A92CE54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64958" y="2261250"/>
            <a:ext cx="1620000" cy="563376"/>
          </a:xfrm>
        </p:spPr>
      </p:pic>
      <p:pic>
        <p:nvPicPr>
          <p:cNvPr id="9" name="Picture 8">
            <a:extLst>
              <a:ext uri="{FF2B5EF4-FFF2-40B4-BE49-F238E27FC236}">
                <a16:creationId xmlns:a16="http://schemas.microsoft.com/office/drawing/2014/main" id="{A5CAD0FB-4BB2-086B-F89C-4221E2E4994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0150" b="24461"/>
          <a:stretch/>
        </p:blipFill>
        <p:spPr>
          <a:xfrm>
            <a:off x="5529000" y="2261250"/>
            <a:ext cx="1134000" cy="741518"/>
          </a:xfrm>
          <a:prstGeom prst="rect">
            <a:avLst/>
          </a:prstGeom>
        </p:spPr>
      </p:pic>
      <p:pic>
        <p:nvPicPr>
          <p:cNvPr id="10" name="Picture 7" descr="Icon&#10;&#10;Description automatically generated">
            <a:extLst>
              <a:ext uri="{FF2B5EF4-FFF2-40B4-BE49-F238E27FC236}">
                <a16:creationId xmlns:a16="http://schemas.microsoft.com/office/drawing/2014/main" id="{A5CB8882-C3BE-70BD-51A9-AD25D2AF2506}"/>
              </a:ext>
            </a:extLst>
          </p:cNvPr>
          <p:cNvPicPr>
            <a:picLocks noChangeAspect="1"/>
          </p:cNvPicPr>
          <p:nvPr/>
        </p:nvPicPr>
        <p:blipFill>
          <a:blip r:embed="rId5"/>
          <a:stretch>
            <a:fillRect/>
          </a:stretch>
        </p:blipFill>
        <p:spPr>
          <a:xfrm>
            <a:off x="8107042" y="2261252"/>
            <a:ext cx="1620000" cy="532283"/>
          </a:xfrm>
          <a:prstGeom prst="rect">
            <a:avLst/>
          </a:prstGeom>
        </p:spPr>
      </p:pic>
      <p:graphicFrame>
        <p:nvGraphicFramePr>
          <p:cNvPr id="11" name="Diagram 10">
            <a:extLst>
              <a:ext uri="{FF2B5EF4-FFF2-40B4-BE49-F238E27FC236}">
                <a16:creationId xmlns:a16="http://schemas.microsoft.com/office/drawing/2014/main" id="{B832EB7B-EF1E-B2F9-C4EF-57C38ECFB755}"/>
              </a:ext>
            </a:extLst>
          </p:cNvPr>
          <p:cNvGraphicFramePr/>
          <p:nvPr/>
        </p:nvGraphicFramePr>
        <p:xfrm>
          <a:off x="2064000" y="3143520"/>
          <a:ext cx="8064000" cy="161541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20" name="Group 19">
            <a:extLst>
              <a:ext uri="{FF2B5EF4-FFF2-40B4-BE49-F238E27FC236}">
                <a16:creationId xmlns:a16="http://schemas.microsoft.com/office/drawing/2014/main" id="{BEE949B1-33C9-37B5-520E-A34365090113}"/>
              </a:ext>
            </a:extLst>
          </p:cNvPr>
          <p:cNvGrpSpPr/>
          <p:nvPr/>
        </p:nvGrpSpPr>
        <p:grpSpPr>
          <a:xfrm>
            <a:off x="4535303" y="5065711"/>
            <a:ext cx="3112517" cy="616416"/>
            <a:chOff x="3091371" y="5711634"/>
            <a:chExt cx="4150022" cy="821888"/>
          </a:xfrm>
        </p:grpSpPr>
        <p:pic>
          <p:nvPicPr>
            <p:cNvPr id="13" name="Picture 12" descr="A black background with white text&#10;&#10;Description automatically generated">
              <a:extLst>
                <a:ext uri="{FF2B5EF4-FFF2-40B4-BE49-F238E27FC236}">
                  <a16:creationId xmlns:a16="http://schemas.microsoft.com/office/drawing/2014/main" id="{6268E908-ADFE-FB98-DC09-AC9E8B6A0E2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091371" y="5741522"/>
              <a:ext cx="1618990" cy="792000"/>
            </a:xfrm>
            <a:prstGeom prst="rect">
              <a:avLst/>
            </a:prstGeom>
          </p:spPr>
        </p:pic>
        <p:grpSp>
          <p:nvGrpSpPr>
            <p:cNvPr id="19" name="Group 18">
              <a:extLst>
                <a:ext uri="{FF2B5EF4-FFF2-40B4-BE49-F238E27FC236}">
                  <a16:creationId xmlns:a16="http://schemas.microsoft.com/office/drawing/2014/main" id="{7ADBA3FA-BFD8-2F1E-1BC3-0F5631A021FB}"/>
                </a:ext>
              </a:extLst>
            </p:cNvPr>
            <p:cNvGrpSpPr/>
            <p:nvPr/>
          </p:nvGrpSpPr>
          <p:grpSpPr>
            <a:xfrm>
              <a:off x="5239359" y="5711634"/>
              <a:ext cx="2002034" cy="782439"/>
              <a:chOff x="3696238" y="4962089"/>
              <a:chExt cx="4581881" cy="1790700"/>
            </a:xfrm>
          </p:grpSpPr>
          <p:pic>
            <p:nvPicPr>
              <p:cNvPr id="15" name="Picture 14" descr="A logo with a square and a square in the middle&#10;&#10;Description automatically generated">
                <a:extLst>
                  <a:ext uri="{FF2B5EF4-FFF2-40B4-BE49-F238E27FC236}">
                    <a16:creationId xmlns:a16="http://schemas.microsoft.com/office/drawing/2014/main" id="{A6C2F075-673E-29C1-AC1C-0880870630CA}"/>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7674" t="68520" r="27674" b="10553"/>
              <a:stretch/>
            </p:blipFill>
            <p:spPr>
              <a:xfrm>
                <a:off x="5425881" y="5506535"/>
                <a:ext cx="2852238" cy="701808"/>
              </a:xfrm>
              <a:prstGeom prst="rect">
                <a:avLst/>
              </a:prstGeom>
            </p:spPr>
          </p:pic>
          <p:pic>
            <p:nvPicPr>
              <p:cNvPr id="18" name="Picture 17" descr="A logo with a square and a square in the middle&#10;&#10;Description automatically generated">
                <a:extLst>
                  <a:ext uri="{FF2B5EF4-FFF2-40B4-BE49-F238E27FC236}">
                    <a16:creationId xmlns:a16="http://schemas.microsoft.com/office/drawing/2014/main" id="{ECCD5BFE-6CF8-6BF8-F598-DD96592D8FC7}"/>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35841" t="12662" r="35841" b="33941"/>
              <a:stretch/>
            </p:blipFill>
            <p:spPr>
              <a:xfrm>
                <a:off x="3696238" y="4962089"/>
                <a:ext cx="1808862" cy="1790700"/>
              </a:xfrm>
              <a:prstGeom prst="rect">
                <a:avLst/>
              </a:prstGeom>
            </p:spPr>
          </p:pic>
        </p:grpSp>
      </p:grpSp>
      <p:cxnSp>
        <p:nvCxnSpPr>
          <p:cNvPr id="22" name="Straight Connector 21">
            <a:extLst>
              <a:ext uri="{FF2B5EF4-FFF2-40B4-BE49-F238E27FC236}">
                <a16:creationId xmlns:a16="http://schemas.microsoft.com/office/drawing/2014/main" id="{BEB10DA8-9782-4069-4B4D-A0BF4CF818B7}"/>
              </a:ext>
            </a:extLst>
          </p:cNvPr>
          <p:cNvCxnSpPr/>
          <p:nvPr/>
        </p:nvCxnSpPr>
        <p:spPr>
          <a:xfrm>
            <a:off x="2064001" y="4912322"/>
            <a:ext cx="8055122"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820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440A5-1113-F92C-0C04-59BF938BACD0}"/>
              </a:ext>
            </a:extLst>
          </p:cNvPr>
          <p:cNvSpPr>
            <a:spLocks noGrp="1"/>
          </p:cNvSpPr>
          <p:nvPr>
            <p:ph type="title"/>
          </p:nvPr>
        </p:nvSpPr>
        <p:spPr>
          <a:xfrm>
            <a:off x="1847529" y="597348"/>
            <a:ext cx="8281491" cy="720725"/>
          </a:xfrm>
        </p:spPr>
        <p:txBody>
          <a:bodyPr/>
          <a:lstStyle/>
          <a:p>
            <a:r>
              <a:rPr lang="en-GB" sz="3200" dirty="0"/>
              <a:t>Open Access and academic quality</a:t>
            </a:r>
          </a:p>
        </p:txBody>
      </p:sp>
      <p:sp>
        <p:nvSpPr>
          <p:cNvPr id="3" name="Content Placeholder 2">
            <a:extLst>
              <a:ext uri="{FF2B5EF4-FFF2-40B4-BE49-F238E27FC236}">
                <a16:creationId xmlns:a16="http://schemas.microsoft.com/office/drawing/2014/main" id="{560DDE9E-D85E-0D9E-4F9B-02E3605AD2DD}"/>
              </a:ext>
            </a:extLst>
          </p:cNvPr>
          <p:cNvSpPr>
            <a:spLocks noGrp="1"/>
          </p:cNvSpPr>
          <p:nvPr>
            <p:ph idx="1"/>
          </p:nvPr>
        </p:nvSpPr>
        <p:spPr>
          <a:xfrm>
            <a:off x="2209800" y="1772817"/>
            <a:ext cx="7772400" cy="3755727"/>
          </a:xfrm>
        </p:spPr>
        <p:txBody>
          <a:bodyPr/>
          <a:lstStyle/>
          <a:p>
            <a:pPr lvl="0"/>
            <a:r>
              <a:rPr lang="en-GB" sz="2000" dirty="0">
                <a:solidFill>
                  <a:schemeClr val="tx2"/>
                </a:solidFill>
              </a:rPr>
              <a:t>Our Open Access books undergo the </a:t>
            </a:r>
            <a:r>
              <a:rPr lang="en-GB" sz="2000" b="1" dirty="0">
                <a:solidFill>
                  <a:schemeClr val="tx2"/>
                </a:solidFill>
              </a:rPr>
              <a:t>same peer review process </a:t>
            </a:r>
            <a:r>
              <a:rPr lang="en-GB" sz="2000" dirty="0">
                <a:solidFill>
                  <a:schemeClr val="tx2"/>
                </a:solidFill>
              </a:rPr>
              <a:t>and are subject to the </a:t>
            </a:r>
            <a:r>
              <a:rPr lang="en-GB" sz="2000" b="1" dirty="0">
                <a:solidFill>
                  <a:schemeClr val="tx2"/>
                </a:solidFill>
              </a:rPr>
              <a:t>same high production standards </a:t>
            </a:r>
            <a:r>
              <a:rPr lang="en-GB" sz="2000" dirty="0">
                <a:solidFill>
                  <a:schemeClr val="tx2"/>
                </a:solidFill>
              </a:rPr>
              <a:t>as our non–Open Access books</a:t>
            </a:r>
          </a:p>
          <a:p>
            <a:pPr marL="0" indent="0">
              <a:buNone/>
            </a:pPr>
            <a:endParaRPr lang="en-GB" sz="2000" dirty="0">
              <a:solidFill>
                <a:schemeClr val="tx2"/>
              </a:solidFill>
            </a:endParaRPr>
          </a:p>
          <a:p>
            <a:r>
              <a:rPr lang="en-GB" sz="2000" dirty="0">
                <a:solidFill>
                  <a:schemeClr val="tx2"/>
                </a:solidFill>
              </a:rPr>
              <a:t>Regardless of which publisher you choose, </a:t>
            </a:r>
            <a:r>
              <a:rPr lang="en-GB" sz="2000" b="1" dirty="0">
                <a:solidFill>
                  <a:schemeClr val="tx2"/>
                </a:solidFill>
              </a:rPr>
              <a:t>ensure that it conducts a full and proper peer review</a:t>
            </a:r>
            <a:r>
              <a:rPr lang="en-GB" sz="2000" dirty="0">
                <a:solidFill>
                  <a:schemeClr val="tx2"/>
                </a:solidFill>
              </a:rPr>
              <a:t> process</a:t>
            </a:r>
          </a:p>
          <a:p>
            <a:pPr lvl="1"/>
            <a:r>
              <a:rPr lang="en-GB" sz="2000" dirty="0">
                <a:solidFill>
                  <a:schemeClr val="tx2"/>
                </a:solidFill>
              </a:rPr>
              <a:t>If it does not, it is likely a </a:t>
            </a:r>
            <a:r>
              <a:rPr lang="en-GB" sz="2000" b="1" dirty="0">
                <a:solidFill>
                  <a:schemeClr val="tx2"/>
                </a:solidFill>
              </a:rPr>
              <a:t>predatory publisher </a:t>
            </a:r>
            <a:r>
              <a:rPr lang="en-GB" sz="2000" dirty="0">
                <a:solidFill>
                  <a:schemeClr val="tx2"/>
                </a:solidFill>
              </a:rPr>
              <a:t>that exploits the Open Access model and deceives authors</a:t>
            </a:r>
          </a:p>
        </p:txBody>
      </p:sp>
    </p:spTree>
    <p:extLst>
      <p:ext uri="{BB962C8B-B14F-4D97-AF65-F5344CB8AC3E}">
        <p14:creationId xmlns:p14="http://schemas.microsoft.com/office/powerpoint/2010/main" val="2163826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17BF-3C67-AC64-9852-FFAF8C1AC277}"/>
              </a:ext>
            </a:extLst>
          </p:cNvPr>
          <p:cNvSpPr>
            <a:spLocks noGrp="1"/>
          </p:cNvSpPr>
          <p:nvPr>
            <p:ph type="title"/>
          </p:nvPr>
        </p:nvSpPr>
        <p:spPr>
          <a:xfrm>
            <a:off x="1919537" y="455040"/>
            <a:ext cx="7045325" cy="720725"/>
          </a:xfrm>
        </p:spPr>
        <p:txBody>
          <a:bodyPr/>
          <a:lstStyle/>
          <a:p>
            <a:r>
              <a:rPr lang="en-GB" sz="3200" dirty="0"/>
              <a:t>What kinds of OA books do we publish?</a:t>
            </a:r>
          </a:p>
        </p:txBody>
      </p:sp>
      <p:pic>
        <p:nvPicPr>
          <p:cNvPr id="11" name="Picture 10" descr="A picture containing text, poster, screenshot&#10;&#10;Description automatically generated">
            <a:extLst>
              <a:ext uri="{FF2B5EF4-FFF2-40B4-BE49-F238E27FC236}">
                <a16:creationId xmlns:a16="http://schemas.microsoft.com/office/drawing/2014/main" id="{C97B7BEC-2298-CEE1-EBD8-293468CFD7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2352" y="1560255"/>
            <a:ext cx="1890543" cy="2731366"/>
          </a:xfrm>
          <a:prstGeom prst="rect">
            <a:avLst/>
          </a:prstGeom>
        </p:spPr>
      </p:pic>
      <p:pic>
        <p:nvPicPr>
          <p:cNvPr id="7" name="Content Placeholder 6" descr="A picture containing text, screenshot, font&#10;&#10;Description automatically generated">
            <a:extLst>
              <a:ext uri="{FF2B5EF4-FFF2-40B4-BE49-F238E27FC236}">
                <a16:creationId xmlns:a16="http://schemas.microsoft.com/office/drawing/2014/main" id="{6C476030-D52D-539B-6C08-26D335B6C2B9}"/>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3254317" y="2936301"/>
            <a:ext cx="1697398" cy="2731365"/>
          </a:xfrm>
        </p:spPr>
      </p:pic>
      <p:pic>
        <p:nvPicPr>
          <p:cNvPr id="9" name="Picture 8" descr="A picture containing text, screenshot, font, graphic design&#10;&#10;Description automatically generated">
            <a:extLst>
              <a:ext uri="{FF2B5EF4-FFF2-40B4-BE49-F238E27FC236}">
                <a16:creationId xmlns:a16="http://schemas.microsoft.com/office/drawing/2014/main" id="{4391B52A-32A9-7D5A-E877-0A20BA00C7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50251" y="2060969"/>
            <a:ext cx="1806460" cy="2731366"/>
          </a:xfrm>
          <a:prstGeom prst="rect">
            <a:avLst/>
          </a:prstGeom>
        </p:spPr>
      </p:pic>
      <p:pic>
        <p:nvPicPr>
          <p:cNvPr id="13" name="Picture 12" descr="An aerial view of an island&#10;&#10;Description automatically generated with medium confidence">
            <a:extLst>
              <a:ext uri="{FF2B5EF4-FFF2-40B4-BE49-F238E27FC236}">
                <a16:creationId xmlns:a16="http://schemas.microsoft.com/office/drawing/2014/main" id="{B4ABB5DE-2B7F-AB9B-C631-DE8876CB04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4033" y="3140969"/>
            <a:ext cx="1744485" cy="2731365"/>
          </a:xfrm>
          <a:prstGeom prst="rect">
            <a:avLst/>
          </a:prstGeom>
        </p:spPr>
      </p:pic>
      <p:pic>
        <p:nvPicPr>
          <p:cNvPr id="15" name="Picture 14" descr="A cover of a book&#10;&#10;Description automatically generated with medium confidence">
            <a:extLst>
              <a:ext uri="{FF2B5EF4-FFF2-40B4-BE49-F238E27FC236}">
                <a16:creationId xmlns:a16="http://schemas.microsoft.com/office/drawing/2014/main" id="{3332BA70-5F3E-83DA-E22A-87D671E5BA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86650" y="2413838"/>
            <a:ext cx="1737265" cy="2731366"/>
          </a:xfrm>
          <a:prstGeom prst="rect">
            <a:avLst/>
          </a:prstGeom>
          <a:ln>
            <a:solidFill>
              <a:schemeClr val="tx2"/>
            </a:solidFill>
          </a:ln>
        </p:spPr>
      </p:pic>
      <p:pic>
        <p:nvPicPr>
          <p:cNvPr id="17" name="Picture 16" descr="A picture containing text, screenshot, poster, book&#10;&#10;Description automatically generated">
            <a:extLst>
              <a:ext uri="{FF2B5EF4-FFF2-40B4-BE49-F238E27FC236}">
                <a16:creationId xmlns:a16="http://schemas.microsoft.com/office/drawing/2014/main" id="{3F310036-05B8-6ED9-1A51-C00D070B14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51538" y="1560255"/>
            <a:ext cx="1814000" cy="2731366"/>
          </a:xfrm>
          <a:prstGeom prst="rect">
            <a:avLst/>
          </a:prstGeom>
        </p:spPr>
      </p:pic>
    </p:spTree>
    <p:extLst>
      <p:ext uri="{BB962C8B-B14F-4D97-AF65-F5344CB8AC3E}">
        <p14:creationId xmlns:p14="http://schemas.microsoft.com/office/powerpoint/2010/main" val="1804945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D69706-23E2-A0F6-B269-19AE2AE2C8DA}"/>
              </a:ext>
            </a:extLst>
          </p:cNvPr>
          <p:cNvSpPr txBox="1">
            <a:spLocks noGrp="1"/>
          </p:cNvSpPr>
          <p:nvPr>
            <p:ph type="ctrTitle"/>
          </p:nvPr>
        </p:nvSpPr>
        <p:spPr>
          <a:xfrm>
            <a:off x="1696122" y="5343309"/>
            <a:ext cx="9144000" cy="759247"/>
          </a:xfrm>
          <a:prstGeom prst="rect">
            <a:avLst/>
          </a:prstGeom>
          <a:noFill/>
        </p:spPr>
        <p:txBody>
          <a:bodyPr wrap="square" rtlCol="0">
            <a:spAutoFit/>
          </a:bodyPr>
          <a:lstStyle/>
          <a:p>
            <a:r>
              <a:rPr lang="en-GB" sz="2400" dirty="0"/>
              <a:t>If you have any ideas for a book, please reach out to Mr Gauravjeet Singh Reen to discuss further: </a:t>
            </a:r>
            <a:r>
              <a:rPr lang="en-GB" sz="2400" b="1" dirty="0">
                <a:hlinkClick r:id="rId2"/>
              </a:rPr>
              <a:t>gauravjeetsingh.reen@taylorandfrancis.com</a:t>
            </a:r>
            <a:r>
              <a:rPr lang="en-GB" sz="2400" b="1" dirty="0"/>
              <a:t> </a:t>
            </a:r>
          </a:p>
        </p:txBody>
      </p:sp>
      <p:sp>
        <p:nvSpPr>
          <p:cNvPr id="8" name="Subtitle 7">
            <a:extLst>
              <a:ext uri="{FF2B5EF4-FFF2-40B4-BE49-F238E27FC236}">
                <a16:creationId xmlns:a16="http://schemas.microsoft.com/office/drawing/2014/main" id="{13BFE98D-33AE-AA96-E79F-E40DB63DDC6A}"/>
              </a:ext>
            </a:extLst>
          </p:cNvPr>
          <p:cNvSpPr>
            <a:spLocks noGrp="1"/>
          </p:cNvSpPr>
          <p:nvPr>
            <p:ph type="subTitle" idx="1"/>
          </p:nvPr>
        </p:nvSpPr>
        <p:spPr>
          <a:xfrm>
            <a:off x="1696122" y="2397181"/>
            <a:ext cx="9144000" cy="1655762"/>
          </a:xfrm>
        </p:spPr>
        <p:txBody>
          <a:bodyPr>
            <a:normAutofit/>
          </a:bodyPr>
          <a:lstStyle/>
          <a:p>
            <a:r>
              <a:rPr lang="en-IN" sz="7200" i="1" spc="600"/>
              <a:t>THANKS</a:t>
            </a:r>
          </a:p>
        </p:txBody>
      </p:sp>
      <p:pic>
        <p:nvPicPr>
          <p:cNvPr id="2" name="Picture 1">
            <a:extLst>
              <a:ext uri="{FF2B5EF4-FFF2-40B4-BE49-F238E27FC236}">
                <a16:creationId xmlns:a16="http://schemas.microsoft.com/office/drawing/2014/main" id="{DE8EB9B5-41D2-19CC-565E-CBE0C0866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342" y="3143339"/>
            <a:ext cx="12856684" cy="571321"/>
          </a:xfrm>
          <a:prstGeom prst="rect">
            <a:avLst/>
          </a:prstGeom>
        </p:spPr>
      </p:pic>
    </p:spTree>
    <p:extLst>
      <p:ext uri="{BB962C8B-B14F-4D97-AF65-F5344CB8AC3E}">
        <p14:creationId xmlns:p14="http://schemas.microsoft.com/office/powerpoint/2010/main" val="3398823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38211DFEA16F44B037E94C47671DE3" ma:contentTypeVersion="3" ma:contentTypeDescription="Create a new document." ma:contentTypeScope="" ma:versionID="5c4db2c054c6e5eb4e111a936f5a3cfe">
  <xsd:schema xmlns:xsd="http://www.w3.org/2001/XMLSchema" xmlns:xs="http://www.w3.org/2001/XMLSchema" xmlns:p="http://schemas.microsoft.com/office/2006/metadata/properties" xmlns:ns2="b373477e-25cc-4ee4-8e71-f9100a644040" targetNamespace="http://schemas.microsoft.com/office/2006/metadata/properties" ma:root="true" ma:fieldsID="f18f0c8e483cbe0c543fa7fce9492b45" ns2:_="">
    <xsd:import namespace="b373477e-25cc-4ee4-8e71-f9100a64404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73477e-25cc-4ee4-8e71-f9100a6440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2332D2-12BB-475B-832B-453D5297E5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73477e-25cc-4ee4-8e71-f9100a644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04FB18-BC20-4183-877E-1C86B3F89DA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F776536-B623-4076-A80B-856815C7B97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227</TotalTime>
  <Words>2431</Words>
  <Application>Microsoft Office PowerPoint</Application>
  <PresentationFormat>Widescreen</PresentationFormat>
  <Paragraphs>277</Paragraphs>
  <Slides>31</Slides>
  <Notes>21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31</vt:i4>
      </vt:variant>
    </vt:vector>
  </HeadingPairs>
  <TitlesOfParts>
    <vt:vector size="45" baseType="lpstr">
      <vt:lpstr>Alata</vt:lpstr>
      <vt:lpstr>Aptos</vt:lpstr>
      <vt:lpstr>Aptos Display</vt:lpstr>
      <vt:lpstr>Arial</vt:lpstr>
      <vt:lpstr>Calibri</vt:lpstr>
      <vt:lpstr>Corbel</vt:lpstr>
      <vt:lpstr>Droid Serif</vt:lpstr>
      <vt:lpstr>Open Sans</vt:lpstr>
      <vt:lpstr>Open Sans 2</vt:lpstr>
      <vt:lpstr>Open Sans 2 Bold</vt:lpstr>
      <vt:lpstr>Rockwell</vt:lpstr>
      <vt:lpstr>Segoe UI Emoji</vt:lpstr>
      <vt:lpstr>Söhne</vt:lpstr>
      <vt:lpstr>Office Theme</vt:lpstr>
      <vt:lpstr>Navigating the Publishing Process: Scholarly Books and Open Research in STEM</vt:lpstr>
      <vt:lpstr>PowerPoint Presentation</vt:lpstr>
      <vt:lpstr>PowerPoint Presentation</vt:lpstr>
      <vt:lpstr>PowerPoint Presentation</vt:lpstr>
      <vt:lpstr>Books</vt:lpstr>
      <vt:lpstr>Need for Publishing a Book</vt:lpstr>
      <vt:lpstr>Benefits of Publishing 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Open Access?</vt:lpstr>
      <vt:lpstr>Open Access – Increased impact</vt:lpstr>
      <vt:lpstr>Open Access at T&amp;F </vt:lpstr>
      <vt:lpstr>PowerPoint Presentation</vt:lpstr>
      <vt:lpstr>How do we publish OA?</vt:lpstr>
      <vt:lpstr>Dedicated TaylorFrancis.com eBooks platform</vt:lpstr>
      <vt:lpstr>PowerPoint Presentation</vt:lpstr>
      <vt:lpstr>T&amp;F and the Open Access community</vt:lpstr>
      <vt:lpstr>Open Access and academic quality</vt:lpstr>
      <vt:lpstr>What kinds of OA books do we publish?</vt:lpstr>
      <vt:lpstr>If you have any ideas for a book, please reach out to Mr Gauravjeet Singh Reen to discuss further: gauravjeetsingh.reen@taylorandfrancis.com </vt:lpstr>
    </vt:vector>
  </TitlesOfParts>
  <Company>Informa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Gagandeep</dc:creator>
  <cp:lastModifiedBy>Reen, Gauravjeet Singh</cp:lastModifiedBy>
  <cp:revision>56</cp:revision>
  <dcterms:created xsi:type="dcterms:W3CDTF">2025-09-25T05:13:46Z</dcterms:created>
  <dcterms:modified xsi:type="dcterms:W3CDTF">2026-07-14T11:56:02Z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bab825-a111-45e4-86a1-18cee0005896_Enabled">
    <vt:lpwstr>true</vt:lpwstr>
  </property>
  <property fmtid="{D5CDD505-2E9C-101B-9397-08002B2CF9AE}" pid="3" name="MSIP_Label_2bbab825-a111-45e4-86a1-18cee0005896_SetDate">
    <vt:lpwstr>2025-09-25T05:13:55Z</vt:lpwstr>
  </property>
  <property fmtid="{D5CDD505-2E9C-101B-9397-08002B2CF9AE}" pid="4" name="MSIP_Label_2bbab825-a111-45e4-86a1-18cee0005896_Method">
    <vt:lpwstr>Standard</vt:lpwstr>
  </property>
  <property fmtid="{D5CDD505-2E9C-101B-9397-08002B2CF9AE}" pid="5" name="MSIP_Label_2bbab825-a111-45e4-86a1-18cee0005896_Name">
    <vt:lpwstr>2bbab825-a111-45e4-86a1-18cee0005896</vt:lpwstr>
  </property>
  <property fmtid="{D5CDD505-2E9C-101B-9397-08002B2CF9AE}" pid="6" name="MSIP_Label_2bbab825-a111-45e4-86a1-18cee0005896_SiteId">
    <vt:lpwstr>2567d566-604c-408a-8a60-55d0dc9d9d6b</vt:lpwstr>
  </property>
  <property fmtid="{D5CDD505-2E9C-101B-9397-08002B2CF9AE}" pid="7" name="MSIP_Label_2bbab825-a111-45e4-86a1-18cee0005896_ActionId">
    <vt:lpwstr>b066aac5-f544-4075-9684-1fec731c1321</vt:lpwstr>
  </property>
  <property fmtid="{D5CDD505-2E9C-101B-9397-08002B2CF9AE}" pid="8" name="MSIP_Label_2bbab825-a111-45e4-86a1-18cee0005896_ContentBits">
    <vt:lpwstr>2</vt:lpwstr>
  </property>
  <property fmtid="{D5CDD505-2E9C-101B-9397-08002B2CF9AE}" pid="9" name="MSIP_Label_2bbab825-a111-45e4-86a1-18cee0005896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Information Classification: General</vt:lpwstr>
  </property>
  <property fmtid="{D5CDD505-2E9C-101B-9397-08002B2CF9AE}" pid="12" name="ContentTypeId">
    <vt:lpwstr>0x010100D038211DFEA16F44B037E94C47671DE3</vt:lpwstr>
  </property>
</Properties>
</file>